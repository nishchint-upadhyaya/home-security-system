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739B8B-CB6D-FE4A-B97E-B5EDACB6CDD1}" v="239" dt="2025-12-09T07:15:14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74743"/>
  </p:normalViewPr>
  <p:slideViewPr>
    <p:cSldViewPr snapToGrid="0">
      <p:cViewPr varScale="1">
        <p:scale>
          <a:sx n="100" d="100"/>
          <a:sy n="100" d="100"/>
        </p:scale>
        <p:origin x="107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3CA17-6FF4-45B0-BBAA-B3C1BD535E7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EC33EC-19DE-4F8B-B6B9-2CFB14B16E22}">
      <dgm:prSet/>
      <dgm:spPr/>
      <dgm:t>
        <a:bodyPr/>
        <a:lstStyle/>
        <a:p>
          <a:r>
            <a:rPr lang="en-US"/>
            <a:t>What is the device?</a:t>
          </a:r>
        </a:p>
      </dgm:t>
    </dgm:pt>
    <dgm:pt modelId="{D3018F6A-87F7-4B3F-9A51-E2ACEAFE4900}" type="parTrans" cxnId="{2A428CAB-2D42-4B66-8384-1E0C1C942A22}">
      <dgm:prSet/>
      <dgm:spPr/>
      <dgm:t>
        <a:bodyPr/>
        <a:lstStyle/>
        <a:p>
          <a:endParaRPr lang="en-US"/>
        </a:p>
      </dgm:t>
    </dgm:pt>
    <dgm:pt modelId="{26639CD0-7C0E-45E6-ACB8-9FEEA0CDE1E1}" type="sibTrans" cxnId="{2A428CAB-2D42-4B66-8384-1E0C1C942A22}">
      <dgm:prSet/>
      <dgm:spPr/>
      <dgm:t>
        <a:bodyPr/>
        <a:lstStyle/>
        <a:p>
          <a:endParaRPr lang="en-US"/>
        </a:p>
      </dgm:t>
    </dgm:pt>
    <dgm:pt modelId="{17776A67-B3E5-4C2D-98EE-A8B49FA92238}">
      <dgm:prSet/>
      <dgm:spPr/>
      <dgm:t>
        <a:bodyPr/>
        <a:lstStyle/>
        <a:p>
          <a:r>
            <a:rPr lang="en-US" dirty="0"/>
            <a:t>Keyword used: </a:t>
          </a:r>
          <a:r>
            <a:rPr lang="en-US" b="1" i="1" dirty="0" err="1"/>
            <a:t>Recludo</a:t>
          </a:r>
          <a:r>
            <a:rPr lang="en-US" b="1" i="1" dirty="0"/>
            <a:t>!</a:t>
          </a:r>
        </a:p>
      </dgm:t>
    </dgm:pt>
    <dgm:pt modelId="{B6D7D81F-645D-484B-AD3B-E752F6E427CC}" type="parTrans" cxnId="{C601177A-6C5B-4C4A-A517-BDEB7C50DE78}">
      <dgm:prSet/>
      <dgm:spPr/>
      <dgm:t>
        <a:bodyPr/>
        <a:lstStyle/>
        <a:p>
          <a:endParaRPr lang="en-US"/>
        </a:p>
      </dgm:t>
    </dgm:pt>
    <dgm:pt modelId="{B3FC8BBF-16B1-4DEC-8DC3-17C4367BF355}" type="sibTrans" cxnId="{C601177A-6C5B-4C4A-A517-BDEB7C50DE78}">
      <dgm:prSet/>
      <dgm:spPr/>
      <dgm:t>
        <a:bodyPr/>
        <a:lstStyle/>
        <a:p>
          <a:endParaRPr lang="en-US"/>
        </a:p>
      </dgm:t>
    </dgm:pt>
    <dgm:pt modelId="{1B77EA81-65EF-224F-8190-192773B78780}" type="pres">
      <dgm:prSet presAssocID="{58C3CA17-6FF4-45B0-BBAA-B3C1BD535E7A}" presName="linear" presStyleCnt="0">
        <dgm:presLayoutVars>
          <dgm:dir/>
          <dgm:animLvl val="lvl"/>
          <dgm:resizeHandles val="exact"/>
        </dgm:presLayoutVars>
      </dgm:prSet>
      <dgm:spPr/>
    </dgm:pt>
    <dgm:pt modelId="{BB734B65-1F55-6E46-9702-807C68161AE4}" type="pres">
      <dgm:prSet presAssocID="{24EC33EC-19DE-4F8B-B6B9-2CFB14B16E22}" presName="parentLin" presStyleCnt="0"/>
      <dgm:spPr/>
    </dgm:pt>
    <dgm:pt modelId="{39810E74-C4DB-8543-9A10-893A62C3E46A}" type="pres">
      <dgm:prSet presAssocID="{24EC33EC-19DE-4F8B-B6B9-2CFB14B16E22}" presName="parentLeftMargin" presStyleLbl="node1" presStyleIdx="0" presStyleCnt="2"/>
      <dgm:spPr/>
    </dgm:pt>
    <dgm:pt modelId="{E5A7065C-AE23-8A4C-B66F-788E95D305B9}" type="pres">
      <dgm:prSet presAssocID="{24EC33EC-19DE-4F8B-B6B9-2CFB14B16E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582BC0D-63AC-2740-9B0D-461F0D887A7D}" type="pres">
      <dgm:prSet presAssocID="{24EC33EC-19DE-4F8B-B6B9-2CFB14B16E22}" presName="negativeSpace" presStyleCnt="0"/>
      <dgm:spPr/>
    </dgm:pt>
    <dgm:pt modelId="{0A485121-CB39-A946-969A-51538D782EF6}" type="pres">
      <dgm:prSet presAssocID="{24EC33EC-19DE-4F8B-B6B9-2CFB14B16E22}" presName="childText" presStyleLbl="conFgAcc1" presStyleIdx="0" presStyleCnt="2">
        <dgm:presLayoutVars>
          <dgm:bulletEnabled val="1"/>
        </dgm:presLayoutVars>
      </dgm:prSet>
      <dgm:spPr/>
    </dgm:pt>
    <dgm:pt modelId="{3CD4DFE4-B3A1-104E-8BAD-55ABD02E053F}" type="pres">
      <dgm:prSet presAssocID="{26639CD0-7C0E-45E6-ACB8-9FEEA0CDE1E1}" presName="spaceBetweenRectangles" presStyleCnt="0"/>
      <dgm:spPr/>
    </dgm:pt>
    <dgm:pt modelId="{24F8AFCE-E7D7-0542-87EC-8BC109A71A4B}" type="pres">
      <dgm:prSet presAssocID="{17776A67-B3E5-4C2D-98EE-A8B49FA92238}" presName="parentLin" presStyleCnt="0"/>
      <dgm:spPr/>
    </dgm:pt>
    <dgm:pt modelId="{3BEAB1C3-DD24-CE49-B3AB-DEC66697C02A}" type="pres">
      <dgm:prSet presAssocID="{17776A67-B3E5-4C2D-98EE-A8B49FA92238}" presName="parentLeftMargin" presStyleLbl="node1" presStyleIdx="0" presStyleCnt="2"/>
      <dgm:spPr/>
    </dgm:pt>
    <dgm:pt modelId="{4EA88DDD-40DE-2145-A80A-D47BF783A628}" type="pres">
      <dgm:prSet presAssocID="{17776A67-B3E5-4C2D-98EE-A8B49FA9223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4C56134-FC9A-C74A-8493-0224FBAB49E2}" type="pres">
      <dgm:prSet presAssocID="{17776A67-B3E5-4C2D-98EE-A8B49FA92238}" presName="negativeSpace" presStyleCnt="0"/>
      <dgm:spPr/>
    </dgm:pt>
    <dgm:pt modelId="{9C2123AA-2961-8E46-8913-7F57F4F912A0}" type="pres">
      <dgm:prSet presAssocID="{17776A67-B3E5-4C2D-98EE-A8B49FA9223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3CE2700-CB4B-C149-B1AD-A4E5574D2AEF}" type="presOf" srcId="{17776A67-B3E5-4C2D-98EE-A8B49FA92238}" destId="{4EA88DDD-40DE-2145-A80A-D47BF783A628}" srcOrd="1" destOrd="0" presId="urn:microsoft.com/office/officeart/2005/8/layout/list1"/>
    <dgm:cxn modelId="{3D939601-7E64-0D49-A86E-F9F1DB1322D6}" type="presOf" srcId="{17776A67-B3E5-4C2D-98EE-A8B49FA92238}" destId="{3BEAB1C3-DD24-CE49-B3AB-DEC66697C02A}" srcOrd="0" destOrd="0" presId="urn:microsoft.com/office/officeart/2005/8/layout/list1"/>
    <dgm:cxn modelId="{C601177A-6C5B-4C4A-A517-BDEB7C50DE78}" srcId="{58C3CA17-6FF4-45B0-BBAA-B3C1BD535E7A}" destId="{17776A67-B3E5-4C2D-98EE-A8B49FA92238}" srcOrd="1" destOrd="0" parTransId="{B6D7D81F-645D-484B-AD3B-E752F6E427CC}" sibTransId="{B3FC8BBF-16B1-4DEC-8DC3-17C4367BF355}"/>
    <dgm:cxn modelId="{2A428CAB-2D42-4B66-8384-1E0C1C942A22}" srcId="{58C3CA17-6FF4-45B0-BBAA-B3C1BD535E7A}" destId="{24EC33EC-19DE-4F8B-B6B9-2CFB14B16E22}" srcOrd="0" destOrd="0" parTransId="{D3018F6A-87F7-4B3F-9A51-E2ACEAFE4900}" sibTransId="{26639CD0-7C0E-45E6-ACB8-9FEEA0CDE1E1}"/>
    <dgm:cxn modelId="{1139F5B4-ED60-6E42-BBEC-F5171B1FAD47}" type="presOf" srcId="{58C3CA17-6FF4-45B0-BBAA-B3C1BD535E7A}" destId="{1B77EA81-65EF-224F-8190-192773B78780}" srcOrd="0" destOrd="0" presId="urn:microsoft.com/office/officeart/2005/8/layout/list1"/>
    <dgm:cxn modelId="{945DBBCF-6636-6040-AAC7-75CC6B54B1AB}" type="presOf" srcId="{24EC33EC-19DE-4F8B-B6B9-2CFB14B16E22}" destId="{39810E74-C4DB-8543-9A10-893A62C3E46A}" srcOrd="0" destOrd="0" presId="urn:microsoft.com/office/officeart/2005/8/layout/list1"/>
    <dgm:cxn modelId="{C93EACF3-95AD-C541-B5AD-583EF638199A}" type="presOf" srcId="{24EC33EC-19DE-4F8B-B6B9-2CFB14B16E22}" destId="{E5A7065C-AE23-8A4C-B66F-788E95D305B9}" srcOrd="1" destOrd="0" presId="urn:microsoft.com/office/officeart/2005/8/layout/list1"/>
    <dgm:cxn modelId="{B915A05A-CA37-904A-9B73-8584D5646297}" type="presParOf" srcId="{1B77EA81-65EF-224F-8190-192773B78780}" destId="{BB734B65-1F55-6E46-9702-807C68161AE4}" srcOrd="0" destOrd="0" presId="urn:microsoft.com/office/officeart/2005/8/layout/list1"/>
    <dgm:cxn modelId="{4FF90410-A520-7F42-91B4-0C2417924122}" type="presParOf" srcId="{BB734B65-1F55-6E46-9702-807C68161AE4}" destId="{39810E74-C4DB-8543-9A10-893A62C3E46A}" srcOrd="0" destOrd="0" presId="urn:microsoft.com/office/officeart/2005/8/layout/list1"/>
    <dgm:cxn modelId="{2610F944-9B98-2544-9388-DB336E7EF484}" type="presParOf" srcId="{BB734B65-1F55-6E46-9702-807C68161AE4}" destId="{E5A7065C-AE23-8A4C-B66F-788E95D305B9}" srcOrd="1" destOrd="0" presId="urn:microsoft.com/office/officeart/2005/8/layout/list1"/>
    <dgm:cxn modelId="{C384C3CE-7075-D64E-9FCD-DFEF7311D057}" type="presParOf" srcId="{1B77EA81-65EF-224F-8190-192773B78780}" destId="{5582BC0D-63AC-2740-9B0D-461F0D887A7D}" srcOrd="1" destOrd="0" presId="urn:microsoft.com/office/officeart/2005/8/layout/list1"/>
    <dgm:cxn modelId="{27BF00CD-4B36-AC40-97E0-ADAE4AE35D31}" type="presParOf" srcId="{1B77EA81-65EF-224F-8190-192773B78780}" destId="{0A485121-CB39-A946-969A-51538D782EF6}" srcOrd="2" destOrd="0" presId="urn:microsoft.com/office/officeart/2005/8/layout/list1"/>
    <dgm:cxn modelId="{FB1E78A8-B9A1-4D40-930A-C5AD9222A2D6}" type="presParOf" srcId="{1B77EA81-65EF-224F-8190-192773B78780}" destId="{3CD4DFE4-B3A1-104E-8BAD-55ABD02E053F}" srcOrd="3" destOrd="0" presId="urn:microsoft.com/office/officeart/2005/8/layout/list1"/>
    <dgm:cxn modelId="{1421894A-9BA0-0C44-B47D-8968451EB875}" type="presParOf" srcId="{1B77EA81-65EF-224F-8190-192773B78780}" destId="{24F8AFCE-E7D7-0542-87EC-8BC109A71A4B}" srcOrd="4" destOrd="0" presId="urn:microsoft.com/office/officeart/2005/8/layout/list1"/>
    <dgm:cxn modelId="{7B06B1AF-DDF4-644D-89B3-40D9A5E35DB9}" type="presParOf" srcId="{24F8AFCE-E7D7-0542-87EC-8BC109A71A4B}" destId="{3BEAB1C3-DD24-CE49-B3AB-DEC66697C02A}" srcOrd="0" destOrd="0" presId="urn:microsoft.com/office/officeart/2005/8/layout/list1"/>
    <dgm:cxn modelId="{BDD8BD48-1D8E-FC47-BDE4-6DDF28374C40}" type="presParOf" srcId="{24F8AFCE-E7D7-0542-87EC-8BC109A71A4B}" destId="{4EA88DDD-40DE-2145-A80A-D47BF783A628}" srcOrd="1" destOrd="0" presId="urn:microsoft.com/office/officeart/2005/8/layout/list1"/>
    <dgm:cxn modelId="{E9E335D9-9FB0-1E45-82CB-26F9CA50583E}" type="presParOf" srcId="{1B77EA81-65EF-224F-8190-192773B78780}" destId="{F4C56134-FC9A-C74A-8493-0224FBAB49E2}" srcOrd="5" destOrd="0" presId="urn:microsoft.com/office/officeart/2005/8/layout/list1"/>
    <dgm:cxn modelId="{2FD57270-3142-0848-BB79-B9F00A1BA3E7}" type="presParOf" srcId="{1B77EA81-65EF-224F-8190-192773B78780}" destId="{9C2123AA-2961-8E46-8913-7F57F4F912A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77DDB0-922A-48EE-82D2-95016A45D77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F82CB0A-11B5-44C3-AAFC-BDFE6ED4C010}">
      <dgm:prSet/>
      <dgm:spPr/>
      <dgm:t>
        <a:bodyPr/>
        <a:lstStyle/>
        <a:p>
          <a:r>
            <a:rPr lang="en-US"/>
            <a:t>Home Security and Automation</a:t>
          </a:r>
        </a:p>
      </dgm:t>
    </dgm:pt>
    <dgm:pt modelId="{E672A7ED-AD6C-4693-B8EE-48521999C434}" type="parTrans" cxnId="{EF513193-9A27-4125-BB50-157D43AB21BF}">
      <dgm:prSet/>
      <dgm:spPr/>
      <dgm:t>
        <a:bodyPr/>
        <a:lstStyle/>
        <a:p>
          <a:endParaRPr lang="en-US"/>
        </a:p>
      </dgm:t>
    </dgm:pt>
    <dgm:pt modelId="{1A4D8C66-FF8E-4B0C-9321-39C831F16FA0}" type="sibTrans" cxnId="{EF513193-9A27-4125-BB50-157D43AB21BF}">
      <dgm:prSet/>
      <dgm:spPr/>
      <dgm:t>
        <a:bodyPr/>
        <a:lstStyle/>
        <a:p>
          <a:endParaRPr lang="en-US"/>
        </a:p>
      </dgm:t>
    </dgm:pt>
    <dgm:pt modelId="{8C09CB66-0B82-467C-B17F-79E897C1A172}">
      <dgm:prSet/>
      <dgm:spPr/>
      <dgm:t>
        <a:bodyPr/>
        <a:lstStyle/>
        <a:p>
          <a:r>
            <a:rPr lang="en-US"/>
            <a:t>Benefits anyone that would like a quick and easy security system</a:t>
          </a:r>
        </a:p>
      </dgm:t>
    </dgm:pt>
    <dgm:pt modelId="{1B518C65-D85F-499B-B277-E0B88028CD9B}" type="parTrans" cxnId="{5EAA8E9D-AE4D-432C-9F9F-76032F03EFB0}">
      <dgm:prSet/>
      <dgm:spPr/>
      <dgm:t>
        <a:bodyPr/>
        <a:lstStyle/>
        <a:p>
          <a:endParaRPr lang="en-US"/>
        </a:p>
      </dgm:t>
    </dgm:pt>
    <dgm:pt modelId="{66ED9C2B-66A1-4972-99B6-AB94346BB3DD}" type="sibTrans" cxnId="{5EAA8E9D-AE4D-432C-9F9F-76032F03EFB0}">
      <dgm:prSet/>
      <dgm:spPr/>
      <dgm:t>
        <a:bodyPr/>
        <a:lstStyle/>
        <a:p>
          <a:endParaRPr lang="en-US"/>
        </a:p>
      </dgm:t>
    </dgm:pt>
    <dgm:pt modelId="{68159415-8CB5-48D8-9293-6D3B36C111E5}">
      <dgm:prSet/>
      <dgm:spPr/>
      <dgm:t>
        <a:bodyPr/>
        <a:lstStyle/>
        <a:p>
          <a:r>
            <a:rPr lang="en-US"/>
            <a:t>Easy to download and deploy for anyone</a:t>
          </a:r>
        </a:p>
      </dgm:t>
    </dgm:pt>
    <dgm:pt modelId="{9320545F-E8D6-4BD3-88D3-809984FAE395}" type="parTrans" cxnId="{5A093515-2652-4615-8752-A775658F2DFF}">
      <dgm:prSet/>
      <dgm:spPr/>
      <dgm:t>
        <a:bodyPr/>
        <a:lstStyle/>
        <a:p>
          <a:endParaRPr lang="en-US"/>
        </a:p>
      </dgm:t>
    </dgm:pt>
    <dgm:pt modelId="{60204E98-622E-4BD7-8D2C-8F2BB1E7EE1A}" type="sibTrans" cxnId="{5A093515-2652-4615-8752-A775658F2DFF}">
      <dgm:prSet/>
      <dgm:spPr/>
      <dgm:t>
        <a:bodyPr/>
        <a:lstStyle/>
        <a:p>
          <a:endParaRPr lang="en-US"/>
        </a:p>
      </dgm:t>
    </dgm:pt>
    <dgm:pt modelId="{54E44029-070C-493B-884E-937B9E16AF45}">
      <dgm:prSet/>
      <dgm:spPr/>
      <dgm:t>
        <a:bodyPr/>
        <a:lstStyle/>
        <a:p>
          <a:r>
            <a:rPr lang="en-US" dirty="0"/>
            <a:t>People with code knowledge can customize the Arduino code to cater to their needs</a:t>
          </a:r>
        </a:p>
      </dgm:t>
    </dgm:pt>
    <dgm:pt modelId="{CF85883D-FF42-44DB-BC1B-60345EAC6B3B}" type="parTrans" cxnId="{4082DAB7-9503-47BF-BEF8-1B6A8F9A571C}">
      <dgm:prSet/>
      <dgm:spPr/>
      <dgm:t>
        <a:bodyPr/>
        <a:lstStyle/>
        <a:p>
          <a:endParaRPr lang="en-US"/>
        </a:p>
      </dgm:t>
    </dgm:pt>
    <dgm:pt modelId="{79E4EDC6-A9AA-44FD-B6EE-8A6915A93AEB}" type="sibTrans" cxnId="{4082DAB7-9503-47BF-BEF8-1B6A8F9A571C}">
      <dgm:prSet/>
      <dgm:spPr/>
      <dgm:t>
        <a:bodyPr/>
        <a:lstStyle/>
        <a:p>
          <a:endParaRPr lang="en-US"/>
        </a:p>
      </dgm:t>
    </dgm:pt>
    <dgm:pt modelId="{626AA727-F3E6-42BA-A336-FCCD8DBD373E}" type="pres">
      <dgm:prSet presAssocID="{EB77DDB0-922A-48EE-82D2-95016A45D779}" presName="root" presStyleCnt="0">
        <dgm:presLayoutVars>
          <dgm:dir/>
          <dgm:resizeHandles val="exact"/>
        </dgm:presLayoutVars>
      </dgm:prSet>
      <dgm:spPr/>
    </dgm:pt>
    <dgm:pt modelId="{5FD0E011-B695-4FA3-B1D8-1ED4D7868527}" type="pres">
      <dgm:prSet presAssocID="{EB77DDB0-922A-48EE-82D2-95016A45D779}" presName="container" presStyleCnt="0">
        <dgm:presLayoutVars>
          <dgm:dir/>
          <dgm:resizeHandles val="exact"/>
        </dgm:presLayoutVars>
      </dgm:prSet>
      <dgm:spPr/>
    </dgm:pt>
    <dgm:pt modelId="{0C7191F4-389F-4BC9-93C5-FFCB0A867BF1}" type="pres">
      <dgm:prSet presAssocID="{6F82CB0A-11B5-44C3-AAFC-BDFE6ED4C010}" presName="compNode" presStyleCnt="0"/>
      <dgm:spPr/>
    </dgm:pt>
    <dgm:pt modelId="{B80F5E25-56BC-4A80-83F1-F0B849D7D351}" type="pres">
      <dgm:prSet presAssocID="{6F82CB0A-11B5-44C3-AAFC-BDFE6ED4C010}" presName="iconBgRect" presStyleLbl="bgShp" presStyleIdx="0" presStyleCnt="4"/>
      <dgm:spPr/>
    </dgm:pt>
    <dgm:pt modelId="{FD9EE8B1-989F-4558-9026-8301A811D784}" type="pres">
      <dgm:prSet presAssocID="{6F82CB0A-11B5-44C3-AAFC-BDFE6ED4C01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099AF6F-76A0-4D2D-8E02-20D1C557DA3E}" type="pres">
      <dgm:prSet presAssocID="{6F82CB0A-11B5-44C3-AAFC-BDFE6ED4C010}" presName="spaceRect" presStyleCnt="0"/>
      <dgm:spPr/>
    </dgm:pt>
    <dgm:pt modelId="{4681E68B-FC41-4C68-8B27-C3FB12523D77}" type="pres">
      <dgm:prSet presAssocID="{6F82CB0A-11B5-44C3-AAFC-BDFE6ED4C010}" presName="textRect" presStyleLbl="revTx" presStyleIdx="0" presStyleCnt="4">
        <dgm:presLayoutVars>
          <dgm:chMax val="1"/>
          <dgm:chPref val="1"/>
        </dgm:presLayoutVars>
      </dgm:prSet>
      <dgm:spPr/>
    </dgm:pt>
    <dgm:pt modelId="{EF8EE712-CB23-4C4E-99C2-90B83B8510B1}" type="pres">
      <dgm:prSet presAssocID="{1A4D8C66-FF8E-4B0C-9321-39C831F16FA0}" presName="sibTrans" presStyleLbl="sibTrans2D1" presStyleIdx="0" presStyleCnt="0"/>
      <dgm:spPr/>
    </dgm:pt>
    <dgm:pt modelId="{6BC73D77-16BE-41F7-9232-24FE6DF2CDB4}" type="pres">
      <dgm:prSet presAssocID="{8C09CB66-0B82-467C-B17F-79E897C1A172}" presName="compNode" presStyleCnt="0"/>
      <dgm:spPr/>
    </dgm:pt>
    <dgm:pt modelId="{BAF0725A-4BC3-4066-9B06-1510CCA835CA}" type="pres">
      <dgm:prSet presAssocID="{8C09CB66-0B82-467C-B17F-79E897C1A172}" presName="iconBgRect" presStyleLbl="bgShp" presStyleIdx="1" presStyleCnt="4"/>
      <dgm:spPr/>
    </dgm:pt>
    <dgm:pt modelId="{6DA0C24B-30E7-4F59-B02D-A1998DF0559D}" type="pres">
      <dgm:prSet presAssocID="{8C09CB66-0B82-467C-B17F-79E897C1A17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7A64651D-CE15-4EAF-8A38-2D6A76587754}" type="pres">
      <dgm:prSet presAssocID="{8C09CB66-0B82-467C-B17F-79E897C1A172}" presName="spaceRect" presStyleCnt="0"/>
      <dgm:spPr/>
    </dgm:pt>
    <dgm:pt modelId="{DD4DA356-E3DB-4004-919B-9C81D335E20D}" type="pres">
      <dgm:prSet presAssocID="{8C09CB66-0B82-467C-B17F-79E897C1A172}" presName="textRect" presStyleLbl="revTx" presStyleIdx="1" presStyleCnt="4">
        <dgm:presLayoutVars>
          <dgm:chMax val="1"/>
          <dgm:chPref val="1"/>
        </dgm:presLayoutVars>
      </dgm:prSet>
      <dgm:spPr/>
    </dgm:pt>
    <dgm:pt modelId="{3FBF3C06-753B-469B-9E66-C65AA91B5DC8}" type="pres">
      <dgm:prSet presAssocID="{66ED9C2B-66A1-4972-99B6-AB94346BB3DD}" presName="sibTrans" presStyleLbl="sibTrans2D1" presStyleIdx="0" presStyleCnt="0"/>
      <dgm:spPr/>
    </dgm:pt>
    <dgm:pt modelId="{C1B623E4-0742-4074-909D-B3C576D7BEB0}" type="pres">
      <dgm:prSet presAssocID="{68159415-8CB5-48D8-9293-6D3B36C111E5}" presName="compNode" presStyleCnt="0"/>
      <dgm:spPr/>
    </dgm:pt>
    <dgm:pt modelId="{C7214747-FA84-4926-A405-FB1983254220}" type="pres">
      <dgm:prSet presAssocID="{68159415-8CB5-48D8-9293-6D3B36C111E5}" presName="iconBgRect" presStyleLbl="bgShp" presStyleIdx="2" presStyleCnt="4"/>
      <dgm:spPr/>
    </dgm:pt>
    <dgm:pt modelId="{FDA6692A-638D-47D5-AE13-10A6DDD54663}" type="pres">
      <dgm:prSet presAssocID="{68159415-8CB5-48D8-9293-6D3B36C111E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15DCA7C1-FAF3-4E0C-B6EE-9662B8904E99}" type="pres">
      <dgm:prSet presAssocID="{68159415-8CB5-48D8-9293-6D3B36C111E5}" presName="spaceRect" presStyleCnt="0"/>
      <dgm:spPr/>
    </dgm:pt>
    <dgm:pt modelId="{91D78ED5-8C95-44F5-8EAF-6528FBE93310}" type="pres">
      <dgm:prSet presAssocID="{68159415-8CB5-48D8-9293-6D3B36C111E5}" presName="textRect" presStyleLbl="revTx" presStyleIdx="2" presStyleCnt="4">
        <dgm:presLayoutVars>
          <dgm:chMax val="1"/>
          <dgm:chPref val="1"/>
        </dgm:presLayoutVars>
      </dgm:prSet>
      <dgm:spPr/>
    </dgm:pt>
    <dgm:pt modelId="{C71EE11F-6B35-4B8C-A9FE-F9A8E04BF0D4}" type="pres">
      <dgm:prSet presAssocID="{60204E98-622E-4BD7-8D2C-8F2BB1E7EE1A}" presName="sibTrans" presStyleLbl="sibTrans2D1" presStyleIdx="0" presStyleCnt="0"/>
      <dgm:spPr/>
    </dgm:pt>
    <dgm:pt modelId="{BD7939D7-BF40-4952-A37D-47F0C523CA00}" type="pres">
      <dgm:prSet presAssocID="{54E44029-070C-493B-884E-937B9E16AF45}" presName="compNode" presStyleCnt="0"/>
      <dgm:spPr/>
    </dgm:pt>
    <dgm:pt modelId="{BB182D0F-3798-45AE-8129-C264FD8F2B32}" type="pres">
      <dgm:prSet presAssocID="{54E44029-070C-493B-884E-937B9E16AF45}" presName="iconBgRect" presStyleLbl="bgShp" presStyleIdx="3" presStyleCnt="4"/>
      <dgm:spPr/>
    </dgm:pt>
    <dgm:pt modelId="{C0054455-ABE5-491C-95A9-B9953982B942}" type="pres">
      <dgm:prSet presAssocID="{54E44029-070C-493B-884E-937B9E16AF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AFE92A9-A5EC-4E67-916F-267BEED57B5D}" type="pres">
      <dgm:prSet presAssocID="{54E44029-070C-493B-884E-937B9E16AF45}" presName="spaceRect" presStyleCnt="0"/>
      <dgm:spPr/>
    </dgm:pt>
    <dgm:pt modelId="{474A4058-739C-46B7-AB3E-7FB613C3715F}" type="pres">
      <dgm:prSet presAssocID="{54E44029-070C-493B-884E-937B9E16AF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A093515-2652-4615-8752-A775658F2DFF}" srcId="{EB77DDB0-922A-48EE-82D2-95016A45D779}" destId="{68159415-8CB5-48D8-9293-6D3B36C111E5}" srcOrd="2" destOrd="0" parTransId="{9320545F-E8D6-4BD3-88D3-809984FAE395}" sibTransId="{60204E98-622E-4BD7-8D2C-8F2BB1E7EE1A}"/>
    <dgm:cxn modelId="{F5F8FE1B-19F5-42F7-8A4C-C6C080048089}" type="presOf" srcId="{54E44029-070C-493B-884E-937B9E16AF45}" destId="{474A4058-739C-46B7-AB3E-7FB613C3715F}" srcOrd="0" destOrd="0" presId="urn:microsoft.com/office/officeart/2018/2/layout/IconCircleList"/>
    <dgm:cxn modelId="{A49FE226-2607-4097-AE83-CCFC956C08F4}" type="presOf" srcId="{EB77DDB0-922A-48EE-82D2-95016A45D779}" destId="{626AA727-F3E6-42BA-A336-FCCD8DBD373E}" srcOrd="0" destOrd="0" presId="urn:microsoft.com/office/officeart/2018/2/layout/IconCircleList"/>
    <dgm:cxn modelId="{5C1EB04E-0162-4089-ACD1-CF19952F7E6F}" type="presOf" srcId="{1A4D8C66-FF8E-4B0C-9321-39C831F16FA0}" destId="{EF8EE712-CB23-4C4E-99C2-90B83B8510B1}" srcOrd="0" destOrd="0" presId="urn:microsoft.com/office/officeart/2018/2/layout/IconCircleList"/>
    <dgm:cxn modelId="{0F67C75E-8C06-46AC-99AB-40C007AE7537}" type="presOf" srcId="{66ED9C2B-66A1-4972-99B6-AB94346BB3DD}" destId="{3FBF3C06-753B-469B-9E66-C65AA91B5DC8}" srcOrd="0" destOrd="0" presId="urn:microsoft.com/office/officeart/2018/2/layout/IconCircleList"/>
    <dgm:cxn modelId="{51AAA88C-7EB7-47DF-8472-6442D1A24F7B}" type="presOf" srcId="{68159415-8CB5-48D8-9293-6D3B36C111E5}" destId="{91D78ED5-8C95-44F5-8EAF-6528FBE93310}" srcOrd="0" destOrd="0" presId="urn:microsoft.com/office/officeart/2018/2/layout/IconCircleList"/>
    <dgm:cxn modelId="{EF513193-9A27-4125-BB50-157D43AB21BF}" srcId="{EB77DDB0-922A-48EE-82D2-95016A45D779}" destId="{6F82CB0A-11B5-44C3-AAFC-BDFE6ED4C010}" srcOrd="0" destOrd="0" parTransId="{E672A7ED-AD6C-4693-B8EE-48521999C434}" sibTransId="{1A4D8C66-FF8E-4B0C-9321-39C831F16FA0}"/>
    <dgm:cxn modelId="{5EAA8E9D-AE4D-432C-9F9F-76032F03EFB0}" srcId="{EB77DDB0-922A-48EE-82D2-95016A45D779}" destId="{8C09CB66-0B82-467C-B17F-79E897C1A172}" srcOrd="1" destOrd="0" parTransId="{1B518C65-D85F-499B-B277-E0B88028CD9B}" sibTransId="{66ED9C2B-66A1-4972-99B6-AB94346BB3DD}"/>
    <dgm:cxn modelId="{4082DAB7-9503-47BF-BEF8-1B6A8F9A571C}" srcId="{EB77DDB0-922A-48EE-82D2-95016A45D779}" destId="{54E44029-070C-493B-884E-937B9E16AF45}" srcOrd="3" destOrd="0" parTransId="{CF85883D-FF42-44DB-BC1B-60345EAC6B3B}" sibTransId="{79E4EDC6-A9AA-44FD-B6EE-8A6915A93AEB}"/>
    <dgm:cxn modelId="{2D1FEDC8-754B-426A-BFAB-749A15048C2B}" type="presOf" srcId="{6F82CB0A-11B5-44C3-AAFC-BDFE6ED4C010}" destId="{4681E68B-FC41-4C68-8B27-C3FB12523D77}" srcOrd="0" destOrd="0" presId="urn:microsoft.com/office/officeart/2018/2/layout/IconCircleList"/>
    <dgm:cxn modelId="{3940ABCF-0509-4D9E-8589-7319AFDFF6E5}" type="presOf" srcId="{60204E98-622E-4BD7-8D2C-8F2BB1E7EE1A}" destId="{C71EE11F-6B35-4B8C-A9FE-F9A8E04BF0D4}" srcOrd="0" destOrd="0" presId="urn:microsoft.com/office/officeart/2018/2/layout/IconCircleList"/>
    <dgm:cxn modelId="{5B1565DE-6610-4E5B-BF02-D71E5FF36527}" type="presOf" srcId="{8C09CB66-0B82-467C-B17F-79E897C1A172}" destId="{DD4DA356-E3DB-4004-919B-9C81D335E20D}" srcOrd="0" destOrd="0" presId="urn:microsoft.com/office/officeart/2018/2/layout/IconCircleList"/>
    <dgm:cxn modelId="{0498ED7A-D7F8-4C8F-A68F-4F30D6EFF0EF}" type="presParOf" srcId="{626AA727-F3E6-42BA-A336-FCCD8DBD373E}" destId="{5FD0E011-B695-4FA3-B1D8-1ED4D7868527}" srcOrd="0" destOrd="0" presId="urn:microsoft.com/office/officeart/2018/2/layout/IconCircleList"/>
    <dgm:cxn modelId="{404AA891-A16D-4E7F-9102-BAB6C332EE78}" type="presParOf" srcId="{5FD0E011-B695-4FA3-B1D8-1ED4D7868527}" destId="{0C7191F4-389F-4BC9-93C5-FFCB0A867BF1}" srcOrd="0" destOrd="0" presId="urn:microsoft.com/office/officeart/2018/2/layout/IconCircleList"/>
    <dgm:cxn modelId="{5BDE2A52-B1EA-4716-ABFC-0B2909FDC37A}" type="presParOf" srcId="{0C7191F4-389F-4BC9-93C5-FFCB0A867BF1}" destId="{B80F5E25-56BC-4A80-83F1-F0B849D7D351}" srcOrd="0" destOrd="0" presId="urn:microsoft.com/office/officeart/2018/2/layout/IconCircleList"/>
    <dgm:cxn modelId="{1FF04BE6-F5C7-44DE-AAFD-1FA40ACC3A1A}" type="presParOf" srcId="{0C7191F4-389F-4BC9-93C5-FFCB0A867BF1}" destId="{FD9EE8B1-989F-4558-9026-8301A811D784}" srcOrd="1" destOrd="0" presId="urn:microsoft.com/office/officeart/2018/2/layout/IconCircleList"/>
    <dgm:cxn modelId="{6341FAE4-A577-4C32-9920-B1A6CDB4B99B}" type="presParOf" srcId="{0C7191F4-389F-4BC9-93C5-FFCB0A867BF1}" destId="{5099AF6F-76A0-4D2D-8E02-20D1C557DA3E}" srcOrd="2" destOrd="0" presId="urn:microsoft.com/office/officeart/2018/2/layout/IconCircleList"/>
    <dgm:cxn modelId="{40C9B476-66EC-46E8-A254-3459A89C0940}" type="presParOf" srcId="{0C7191F4-389F-4BC9-93C5-FFCB0A867BF1}" destId="{4681E68B-FC41-4C68-8B27-C3FB12523D77}" srcOrd="3" destOrd="0" presId="urn:microsoft.com/office/officeart/2018/2/layout/IconCircleList"/>
    <dgm:cxn modelId="{8512D1CE-0697-4AA5-8FC7-53874D4F6EA6}" type="presParOf" srcId="{5FD0E011-B695-4FA3-B1D8-1ED4D7868527}" destId="{EF8EE712-CB23-4C4E-99C2-90B83B8510B1}" srcOrd="1" destOrd="0" presId="urn:microsoft.com/office/officeart/2018/2/layout/IconCircleList"/>
    <dgm:cxn modelId="{33C4E460-5285-4103-8500-54CD0F2747E9}" type="presParOf" srcId="{5FD0E011-B695-4FA3-B1D8-1ED4D7868527}" destId="{6BC73D77-16BE-41F7-9232-24FE6DF2CDB4}" srcOrd="2" destOrd="0" presId="urn:microsoft.com/office/officeart/2018/2/layout/IconCircleList"/>
    <dgm:cxn modelId="{3EF8581F-03D4-46C3-A22F-FD629E8D2C5C}" type="presParOf" srcId="{6BC73D77-16BE-41F7-9232-24FE6DF2CDB4}" destId="{BAF0725A-4BC3-4066-9B06-1510CCA835CA}" srcOrd="0" destOrd="0" presId="urn:microsoft.com/office/officeart/2018/2/layout/IconCircleList"/>
    <dgm:cxn modelId="{BBB848F3-CF06-4FBD-A1BE-2CA07E8B8335}" type="presParOf" srcId="{6BC73D77-16BE-41F7-9232-24FE6DF2CDB4}" destId="{6DA0C24B-30E7-4F59-B02D-A1998DF0559D}" srcOrd="1" destOrd="0" presId="urn:microsoft.com/office/officeart/2018/2/layout/IconCircleList"/>
    <dgm:cxn modelId="{C82C2605-62A8-4ECA-9BB1-0FF97A14E008}" type="presParOf" srcId="{6BC73D77-16BE-41F7-9232-24FE6DF2CDB4}" destId="{7A64651D-CE15-4EAF-8A38-2D6A76587754}" srcOrd="2" destOrd="0" presId="urn:microsoft.com/office/officeart/2018/2/layout/IconCircleList"/>
    <dgm:cxn modelId="{452C45B4-6685-4706-A284-5BCA3722527E}" type="presParOf" srcId="{6BC73D77-16BE-41F7-9232-24FE6DF2CDB4}" destId="{DD4DA356-E3DB-4004-919B-9C81D335E20D}" srcOrd="3" destOrd="0" presId="urn:microsoft.com/office/officeart/2018/2/layout/IconCircleList"/>
    <dgm:cxn modelId="{C4AF88E6-8FB0-4CE2-8EC6-FA1D2D2B38D3}" type="presParOf" srcId="{5FD0E011-B695-4FA3-B1D8-1ED4D7868527}" destId="{3FBF3C06-753B-469B-9E66-C65AA91B5DC8}" srcOrd="3" destOrd="0" presId="urn:microsoft.com/office/officeart/2018/2/layout/IconCircleList"/>
    <dgm:cxn modelId="{8D6788E5-D95E-4B35-AB98-927E83A19789}" type="presParOf" srcId="{5FD0E011-B695-4FA3-B1D8-1ED4D7868527}" destId="{C1B623E4-0742-4074-909D-B3C576D7BEB0}" srcOrd="4" destOrd="0" presId="urn:microsoft.com/office/officeart/2018/2/layout/IconCircleList"/>
    <dgm:cxn modelId="{C6A5DEEC-39B2-467C-8983-8E9051A4FD24}" type="presParOf" srcId="{C1B623E4-0742-4074-909D-B3C576D7BEB0}" destId="{C7214747-FA84-4926-A405-FB1983254220}" srcOrd="0" destOrd="0" presId="urn:microsoft.com/office/officeart/2018/2/layout/IconCircleList"/>
    <dgm:cxn modelId="{613BBBA1-1C53-4060-B02C-5C8D9DFF0639}" type="presParOf" srcId="{C1B623E4-0742-4074-909D-B3C576D7BEB0}" destId="{FDA6692A-638D-47D5-AE13-10A6DDD54663}" srcOrd="1" destOrd="0" presId="urn:microsoft.com/office/officeart/2018/2/layout/IconCircleList"/>
    <dgm:cxn modelId="{43317941-83B9-4E31-826C-2FE654437351}" type="presParOf" srcId="{C1B623E4-0742-4074-909D-B3C576D7BEB0}" destId="{15DCA7C1-FAF3-4E0C-B6EE-9662B8904E99}" srcOrd="2" destOrd="0" presId="urn:microsoft.com/office/officeart/2018/2/layout/IconCircleList"/>
    <dgm:cxn modelId="{4929CDBC-4969-4795-9E97-28613AB53835}" type="presParOf" srcId="{C1B623E4-0742-4074-909D-B3C576D7BEB0}" destId="{91D78ED5-8C95-44F5-8EAF-6528FBE93310}" srcOrd="3" destOrd="0" presId="urn:microsoft.com/office/officeart/2018/2/layout/IconCircleList"/>
    <dgm:cxn modelId="{0EF34643-D161-4735-BA3F-FAE872954D77}" type="presParOf" srcId="{5FD0E011-B695-4FA3-B1D8-1ED4D7868527}" destId="{C71EE11F-6B35-4B8C-A9FE-F9A8E04BF0D4}" srcOrd="5" destOrd="0" presId="urn:microsoft.com/office/officeart/2018/2/layout/IconCircleList"/>
    <dgm:cxn modelId="{28BA721D-F88B-4327-862C-9198C79595AD}" type="presParOf" srcId="{5FD0E011-B695-4FA3-B1D8-1ED4D7868527}" destId="{BD7939D7-BF40-4952-A37D-47F0C523CA00}" srcOrd="6" destOrd="0" presId="urn:microsoft.com/office/officeart/2018/2/layout/IconCircleList"/>
    <dgm:cxn modelId="{0EE077F4-ABAB-4075-A3F2-BBE27AA811EE}" type="presParOf" srcId="{BD7939D7-BF40-4952-A37D-47F0C523CA00}" destId="{BB182D0F-3798-45AE-8129-C264FD8F2B32}" srcOrd="0" destOrd="0" presId="urn:microsoft.com/office/officeart/2018/2/layout/IconCircleList"/>
    <dgm:cxn modelId="{8BA1E9BA-CEC9-4B32-854E-126AB0845AAE}" type="presParOf" srcId="{BD7939D7-BF40-4952-A37D-47F0C523CA00}" destId="{C0054455-ABE5-491C-95A9-B9953982B942}" srcOrd="1" destOrd="0" presId="urn:microsoft.com/office/officeart/2018/2/layout/IconCircleList"/>
    <dgm:cxn modelId="{D5109506-2B5A-4FB3-98DB-5906CCFEB79B}" type="presParOf" srcId="{BD7939D7-BF40-4952-A37D-47F0C523CA00}" destId="{2AFE92A9-A5EC-4E67-916F-267BEED57B5D}" srcOrd="2" destOrd="0" presId="urn:microsoft.com/office/officeart/2018/2/layout/IconCircleList"/>
    <dgm:cxn modelId="{E9934A9F-64D2-44C9-AA9A-EC6A45CBD093}" type="presParOf" srcId="{BD7939D7-BF40-4952-A37D-47F0C523CA00}" destId="{474A4058-739C-46B7-AB3E-7FB613C3715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2DBA2A-CB9E-5E4F-A670-0233ED9BEDBE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7FB6AD1-0AEF-6941-9955-17D4867383AD}">
      <dgm:prSet/>
      <dgm:spPr/>
      <dgm:t>
        <a:bodyPr/>
        <a:lstStyle/>
        <a:p>
          <a:r>
            <a:rPr lang="en-US"/>
            <a:t>Edge Impulse</a:t>
          </a:r>
        </a:p>
      </dgm:t>
    </dgm:pt>
    <dgm:pt modelId="{F9C4A606-8E75-704B-B6E8-13A40E0C2416}" type="parTrans" cxnId="{B1FF364F-82F1-954E-8848-97C0722B4872}">
      <dgm:prSet/>
      <dgm:spPr/>
      <dgm:t>
        <a:bodyPr/>
        <a:lstStyle/>
        <a:p>
          <a:endParaRPr lang="en-US"/>
        </a:p>
      </dgm:t>
    </dgm:pt>
    <dgm:pt modelId="{47A3EA24-FC97-5549-9544-0F4B9B15D292}" type="sibTrans" cxnId="{B1FF364F-82F1-954E-8848-97C0722B4872}">
      <dgm:prSet/>
      <dgm:spPr/>
      <dgm:t>
        <a:bodyPr/>
        <a:lstStyle/>
        <a:p>
          <a:endParaRPr lang="en-US"/>
        </a:p>
      </dgm:t>
    </dgm:pt>
    <dgm:pt modelId="{54D6DD69-323F-D048-A5A6-D2755F25D19B}">
      <dgm:prSet/>
      <dgm:spPr/>
      <dgm:t>
        <a:bodyPr/>
        <a:lstStyle/>
        <a:p>
          <a:r>
            <a:rPr lang="en-US"/>
            <a:t>Build and test the model</a:t>
          </a:r>
        </a:p>
      </dgm:t>
    </dgm:pt>
    <dgm:pt modelId="{B1230F39-7BA7-324A-8F4D-6F383EB5DB7B}" type="parTrans" cxnId="{3A7ECE48-48C6-934A-A2ED-5F2429BC6F04}">
      <dgm:prSet/>
      <dgm:spPr/>
      <dgm:t>
        <a:bodyPr/>
        <a:lstStyle/>
        <a:p>
          <a:endParaRPr lang="en-US"/>
        </a:p>
      </dgm:t>
    </dgm:pt>
    <dgm:pt modelId="{F4975EF8-D7EF-B04C-A98F-C18384B2BA17}" type="sibTrans" cxnId="{3A7ECE48-48C6-934A-A2ED-5F2429BC6F04}">
      <dgm:prSet/>
      <dgm:spPr/>
      <dgm:t>
        <a:bodyPr/>
        <a:lstStyle/>
        <a:p>
          <a:endParaRPr lang="en-US"/>
        </a:p>
      </dgm:t>
    </dgm:pt>
    <dgm:pt modelId="{F4D6B355-89D1-3640-ADC8-0C3CDAA24A64}">
      <dgm:prSet/>
      <dgm:spPr/>
      <dgm:t>
        <a:bodyPr/>
        <a:lstStyle/>
        <a:p>
          <a:r>
            <a:rPr lang="en-US"/>
            <a:t>Deploy model to Arduino through “Arduino Library”</a:t>
          </a:r>
        </a:p>
      </dgm:t>
    </dgm:pt>
    <dgm:pt modelId="{AB2ADB24-CE2C-2542-8482-EAEFAB77BB42}" type="parTrans" cxnId="{8C2936E7-9D97-CD40-941E-27151278BE97}">
      <dgm:prSet/>
      <dgm:spPr/>
      <dgm:t>
        <a:bodyPr/>
        <a:lstStyle/>
        <a:p>
          <a:endParaRPr lang="en-US"/>
        </a:p>
      </dgm:t>
    </dgm:pt>
    <dgm:pt modelId="{267F2C11-7ADE-B94A-BD62-C642DF6678A1}" type="sibTrans" cxnId="{8C2936E7-9D97-CD40-941E-27151278BE97}">
      <dgm:prSet/>
      <dgm:spPr/>
      <dgm:t>
        <a:bodyPr/>
        <a:lstStyle/>
        <a:p>
          <a:endParaRPr lang="en-US"/>
        </a:p>
      </dgm:t>
    </dgm:pt>
    <dgm:pt modelId="{D4C45144-9B19-FB46-A571-F2A87CD18526}">
      <dgm:prSet/>
      <dgm:spPr/>
      <dgm:t>
        <a:bodyPr/>
        <a:lstStyle/>
        <a:p>
          <a:r>
            <a:rPr lang="en-US" dirty="0"/>
            <a:t>CDA: Arduino Nano BLE 33</a:t>
          </a:r>
        </a:p>
      </dgm:t>
    </dgm:pt>
    <dgm:pt modelId="{05C72DBB-AD0C-4648-81A6-C177E2EAF834}" type="parTrans" cxnId="{A880803A-0539-5A44-A868-69BFB64A4475}">
      <dgm:prSet/>
      <dgm:spPr/>
      <dgm:t>
        <a:bodyPr/>
        <a:lstStyle/>
        <a:p>
          <a:endParaRPr lang="en-US"/>
        </a:p>
      </dgm:t>
    </dgm:pt>
    <dgm:pt modelId="{8C3F2985-03E7-8446-A3BF-4F12CB3C1E68}" type="sibTrans" cxnId="{A880803A-0539-5A44-A868-69BFB64A4475}">
      <dgm:prSet/>
      <dgm:spPr/>
      <dgm:t>
        <a:bodyPr/>
        <a:lstStyle/>
        <a:p>
          <a:endParaRPr lang="en-US"/>
        </a:p>
      </dgm:t>
    </dgm:pt>
    <dgm:pt modelId="{65D3B456-9A62-2B4E-B2AC-A6F46AD7B11E}">
      <dgm:prSet/>
      <dgm:spPr/>
      <dgm:t>
        <a:bodyPr/>
        <a:lstStyle/>
        <a:p>
          <a:r>
            <a:rPr lang="en-US"/>
            <a:t>Edge device running the Edge Impulse model</a:t>
          </a:r>
        </a:p>
      </dgm:t>
    </dgm:pt>
    <dgm:pt modelId="{A21300BD-44D3-F144-9536-F00095C8E914}" type="parTrans" cxnId="{3DB5069D-0D04-2A41-B7A5-E0A70C23D314}">
      <dgm:prSet/>
      <dgm:spPr/>
      <dgm:t>
        <a:bodyPr/>
        <a:lstStyle/>
        <a:p>
          <a:endParaRPr lang="en-US"/>
        </a:p>
      </dgm:t>
    </dgm:pt>
    <dgm:pt modelId="{48A27A64-B27E-5B46-B9A6-D3BDC8417D33}" type="sibTrans" cxnId="{3DB5069D-0D04-2A41-B7A5-E0A70C23D314}">
      <dgm:prSet/>
      <dgm:spPr/>
      <dgm:t>
        <a:bodyPr/>
        <a:lstStyle/>
        <a:p>
          <a:endParaRPr lang="en-US"/>
        </a:p>
      </dgm:t>
    </dgm:pt>
    <dgm:pt modelId="{C91FE270-5613-6943-81B4-D15721836673}">
      <dgm:prSet/>
      <dgm:spPr/>
      <dgm:t>
        <a:bodyPr/>
        <a:lstStyle/>
        <a:p>
          <a:r>
            <a:rPr lang="en-US"/>
            <a:t>Use the in-built microphone for keyword detection</a:t>
          </a:r>
        </a:p>
      </dgm:t>
    </dgm:pt>
    <dgm:pt modelId="{18A5401D-A281-C548-A3C7-4184A69DBC8A}" type="parTrans" cxnId="{8FC80C9C-14C7-514D-AD32-0181D09739FA}">
      <dgm:prSet/>
      <dgm:spPr/>
      <dgm:t>
        <a:bodyPr/>
        <a:lstStyle/>
        <a:p>
          <a:endParaRPr lang="en-US"/>
        </a:p>
      </dgm:t>
    </dgm:pt>
    <dgm:pt modelId="{ADF0F4F4-9658-A549-B7B7-92399C93637C}" type="sibTrans" cxnId="{8FC80C9C-14C7-514D-AD32-0181D09739FA}">
      <dgm:prSet/>
      <dgm:spPr/>
      <dgm:t>
        <a:bodyPr/>
        <a:lstStyle/>
        <a:p>
          <a:endParaRPr lang="en-US"/>
        </a:p>
      </dgm:t>
    </dgm:pt>
    <dgm:pt modelId="{5FCCA47F-0973-7A44-BB3F-BA9904718FDA}">
      <dgm:prSet/>
      <dgm:spPr/>
      <dgm:t>
        <a:bodyPr/>
        <a:lstStyle/>
        <a:p>
          <a:r>
            <a:rPr lang="en-US" dirty="0"/>
            <a:t>GDA: </a:t>
          </a:r>
          <a:r>
            <a:rPr lang="en-US" dirty="0" err="1"/>
            <a:t>Macbook</a:t>
          </a:r>
          <a:endParaRPr lang="en-US" dirty="0"/>
        </a:p>
      </dgm:t>
    </dgm:pt>
    <dgm:pt modelId="{3E90101B-7449-7642-8FE8-A31634F47943}" type="parTrans" cxnId="{FD5AEACA-A03B-1C4D-B6FC-8C9AE196D83E}">
      <dgm:prSet/>
      <dgm:spPr/>
      <dgm:t>
        <a:bodyPr/>
        <a:lstStyle/>
        <a:p>
          <a:endParaRPr lang="en-US"/>
        </a:p>
      </dgm:t>
    </dgm:pt>
    <dgm:pt modelId="{2B694C11-9710-414F-8C8D-AEBA4A41F08B}" type="sibTrans" cxnId="{FD5AEACA-A03B-1C4D-B6FC-8C9AE196D83E}">
      <dgm:prSet/>
      <dgm:spPr/>
      <dgm:t>
        <a:bodyPr/>
        <a:lstStyle/>
        <a:p>
          <a:endParaRPr lang="en-US"/>
        </a:p>
      </dgm:t>
    </dgm:pt>
    <dgm:pt modelId="{6CBA47CF-9053-C24A-93AB-B326899722D8}">
      <dgm:prSet/>
      <dgm:spPr/>
      <dgm:t>
        <a:bodyPr/>
        <a:lstStyle/>
        <a:p>
          <a:r>
            <a:rPr lang="en-US"/>
            <a:t>Connected to CDA through USB</a:t>
          </a:r>
        </a:p>
      </dgm:t>
    </dgm:pt>
    <dgm:pt modelId="{1445CBED-B928-A741-BB25-91931114BA67}" type="parTrans" cxnId="{506DFA1E-BDF1-3E46-B6A1-3721853FEACF}">
      <dgm:prSet/>
      <dgm:spPr/>
      <dgm:t>
        <a:bodyPr/>
        <a:lstStyle/>
        <a:p>
          <a:endParaRPr lang="en-US"/>
        </a:p>
      </dgm:t>
    </dgm:pt>
    <dgm:pt modelId="{975E1BF5-4D70-914D-8626-76327AC9D60B}" type="sibTrans" cxnId="{506DFA1E-BDF1-3E46-B6A1-3721853FEACF}">
      <dgm:prSet/>
      <dgm:spPr/>
      <dgm:t>
        <a:bodyPr/>
        <a:lstStyle/>
        <a:p>
          <a:endParaRPr lang="en-US"/>
        </a:p>
      </dgm:t>
    </dgm:pt>
    <dgm:pt modelId="{9C490283-3761-A04B-8E7E-44D7E742EB0F}">
      <dgm:prSet/>
      <dgm:spPr/>
      <dgm:t>
        <a:bodyPr/>
        <a:lstStyle/>
        <a:p>
          <a:r>
            <a:rPr lang="en-US"/>
            <a:t>Listens to the serial port for appropriate message</a:t>
          </a:r>
        </a:p>
      </dgm:t>
    </dgm:pt>
    <dgm:pt modelId="{769EFA54-229A-8F4F-9AB6-34C7738B2D2A}" type="parTrans" cxnId="{258937EA-7A53-B643-98EE-D3FC66AC3888}">
      <dgm:prSet/>
      <dgm:spPr/>
      <dgm:t>
        <a:bodyPr/>
        <a:lstStyle/>
        <a:p>
          <a:endParaRPr lang="en-US"/>
        </a:p>
      </dgm:t>
    </dgm:pt>
    <dgm:pt modelId="{2CCEFF26-9822-5248-A77C-8F6EF0263978}" type="sibTrans" cxnId="{258937EA-7A53-B643-98EE-D3FC66AC3888}">
      <dgm:prSet/>
      <dgm:spPr/>
      <dgm:t>
        <a:bodyPr/>
        <a:lstStyle/>
        <a:p>
          <a:endParaRPr lang="en-US"/>
        </a:p>
      </dgm:t>
    </dgm:pt>
    <dgm:pt modelId="{30EE6078-0582-D943-990B-D850F5E7E524}">
      <dgm:prSet/>
      <dgm:spPr/>
      <dgm:t>
        <a:bodyPr/>
        <a:lstStyle/>
        <a:p>
          <a:r>
            <a:rPr lang="en-US"/>
            <a:t>Sends payload to Ubidots, through Mqtt, based on serial message</a:t>
          </a:r>
        </a:p>
      </dgm:t>
    </dgm:pt>
    <dgm:pt modelId="{9D30199D-0EFD-0343-A5B6-A098353049F1}" type="parTrans" cxnId="{538DED59-3152-0D45-B744-5FBB7614628E}">
      <dgm:prSet/>
      <dgm:spPr/>
      <dgm:t>
        <a:bodyPr/>
        <a:lstStyle/>
        <a:p>
          <a:endParaRPr lang="en-US"/>
        </a:p>
      </dgm:t>
    </dgm:pt>
    <dgm:pt modelId="{DAF3AFA1-44DA-574B-8B09-0585FC56A98C}" type="sibTrans" cxnId="{538DED59-3152-0D45-B744-5FBB7614628E}">
      <dgm:prSet/>
      <dgm:spPr/>
      <dgm:t>
        <a:bodyPr/>
        <a:lstStyle/>
        <a:p>
          <a:endParaRPr lang="en-US"/>
        </a:p>
      </dgm:t>
    </dgm:pt>
    <dgm:pt modelId="{8CC1A6EC-81C4-1C48-A592-42A376FAA358}">
      <dgm:prSet/>
      <dgm:spPr/>
      <dgm:t>
        <a:bodyPr/>
        <a:lstStyle/>
        <a:p>
          <a:r>
            <a:rPr lang="en-US" dirty="0"/>
            <a:t>Cloud: </a:t>
          </a:r>
          <a:r>
            <a:rPr lang="en-US" dirty="0" err="1"/>
            <a:t>Ubidots</a:t>
          </a:r>
          <a:endParaRPr lang="en-US" dirty="0"/>
        </a:p>
      </dgm:t>
    </dgm:pt>
    <dgm:pt modelId="{CD2F488B-66CA-7744-929E-74D442E0F3CE}" type="parTrans" cxnId="{39235D9E-AB63-1041-BEA8-09E3484A8E89}">
      <dgm:prSet/>
      <dgm:spPr/>
      <dgm:t>
        <a:bodyPr/>
        <a:lstStyle/>
        <a:p>
          <a:endParaRPr lang="en-US"/>
        </a:p>
      </dgm:t>
    </dgm:pt>
    <dgm:pt modelId="{352C922D-C0CB-BA42-869E-42D12CCFC219}" type="sibTrans" cxnId="{39235D9E-AB63-1041-BEA8-09E3484A8E89}">
      <dgm:prSet/>
      <dgm:spPr/>
      <dgm:t>
        <a:bodyPr/>
        <a:lstStyle/>
        <a:p>
          <a:endParaRPr lang="en-US"/>
        </a:p>
      </dgm:t>
    </dgm:pt>
    <dgm:pt modelId="{6C4D4A19-467F-084D-ACC1-A2EF4F9ED3EF}">
      <dgm:prSet/>
      <dgm:spPr/>
      <dgm:t>
        <a:bodyPr/>
        <a:lstStyle/>
        <a:p>
          <a:r>
            <a:rPr lang="en-US"/>
            <a:t>Receives payload from GDA through Mqtt</a:t>
          </a:r>
        </a:p>
      </dgm:t>
    </dgm:pt>
    <dgm:pt modelId="{E4261B1D-16A8-B648-93EB-7860C73F1780}" type="parTrans" cxnId="{FC432164-E51A-3A4B-BE26-97567E97C12D}">
      <dgm:prSet/>
      <dgm:spPr/>
      <dgm:t>
        <a:bodyPr/>
        <a:lstStyle/>
        <a:p>
          <a:endParaRPr lang="en-US"/>
        </a:p>
      </dgm:t>
    </dgm:pt>
    <dgm:pt modelId="{F624C93F-C771-6349-AFAF-B1AADD8B189B}" type="sibTrans" cxnId="{FC432164-E51A-3A4B-BE26-97567E97C12D}">
      <dgm:prSet/>
      <dgm:spPr/>
      <dgm:t>
        <a:bodyPr/>
        <a:lstStyle/>
        <a:p>
          <a:endParaRPr lang="en-US"/>
        </a:p>
      </dgm:t>
    </dgm:pt>
    <dgm:pt modelId="{36C5DE01-C860-CB48-9CCE-168E1EFFD278}">
      <dgm:prSet/>
      <dgm:spPr/>
      <dgm:t>
        <a:bodyPr/>
        <a:lstStyle/>
        <a:p>
          <a:r>
            <a:rPr lang="en-US"/>
            <a:t>Payload saved within Device on Ubidots, and data can be used to build dashboards</a:t>
          </a:r>
        </a:p>
      </dgm:t>
    </dgm:pt>
    <dgm:pt modelId="{E3C0F542-5663-484F-AAFB-A6334490D3D5}" type="parTrans" cxnId="{EB59186E-4B18-EF46-AC76-E9AA2593B005}">
      <dgm:prSet/>
      <dgm:spPr/>
      <dgm:t>
        <a:bodyPr/>
        <a:lstStyle/>
        <a:p>
          <a:endParaRPr lang="en-US"/>
        </a:p>
      </dgm:t>
    </dgm:pt>
    <dgm:pt modelId="{BC78D09E-F390-FC46-BD3F-F5711C45182B}" type="sibTrans" cxnId="{EB59186E-4B18-EF46-AC76-E9AA2593B005}">
      <dgm:prSet/>
      <dgm:spPr/>
      <dgm:t>
        <a:bodyPr/>
        <a:lstStyle/>
        <a:p>
          <a:endParaRPr lang="en-US"/>
        </a:p>
      </dgm:t>
    </dgm:pt>
    <dgm:pt modelId="{36A19781-36D8-774F-B9D4-A097A5F9CB1D}">
      <dgm:prSet/>
      <dgm:spPr/>
      <dgm:t>
        <a:bodyPr/>
        <a:lstStyle/>
        <a:p>
          <a:r>
            <a:rPr lang="en-US"/>
            <a:t>Create data (voice recordings) for building model</a:t>
          </a:r>
        </a:p>
      </dgm:t>
    </dgm:pt>
    <dgm:pt modelId="{A34C2700-BE21-FA47-B12A-47C9962180B1}" type="parTrans" cxnId="{C3FC8893-D74A-A648-9582-813E9C983CD1}">
      <dgm:prSet/>
      <dgm:spPr/>
      <dgm:t>
        <a:bodyPr/>
        <a:lstStyle/>
        <a:p>
          <a:endParaRPr lang="en-US"/>
        </a:p>
      </dgm:t>
    </dgm:pt>
    <dgm:pt modelId="{F01F5849-76B9-9342-AB84-A4AC21946CA3}" type="sibTrans" cxnId="{C3FC8893-D74A-A648-9582-813E9C983CD1}">
      <dgm:prSet/>
      <dgm:spPr/>
      <dgm:t>
        <a:bodyPr/>
        <a:lstStyle/>
        <a:p>
          <a:endParaRPr lang="en-US"/>
        </a:p>
      </dgm:t>
    </dgm:pt>
    <dgm:pt modelId="{CD4E8583-F167-F34C-A5E6-01190C2EFB48}" type="pres">
      <dgm:prSet presAssocID="{5C2DBA2A-CB9E-5E4F-A670-0233ED9BEDBE}" presName="linearFlow" presStyleCnt="0">
        <dgm:presLayoutVars>
          <dgm:dir/>
          <dgm:animLvl val="lvl"/>
          <dgm:resizeHandles val="exact"/>
        </dgm:presLayoutVars>
      </dgm:prSet>
      <dgm:spPr/>
    </dgm:pt>
    <dgm:pt modelId="{2D7CC2EE-1876-1B41-991A-AF6C5DCFA873}" type="pres">
      <dgm:prSet presAssocID="{E7FB6AD1-0AEF-6941-9955-17D4867383AD}" presName="composite" presStyleCnt="0"/>
      <dgm:spPr/>
    </dgm:pt>
    <dgm:pt modelId="{A8A0B080-D6C6-E34F-BB02-03CA8E0A228B}" type="pres">
      <dgm:prSet presAssocID="{E7FB6AD1-0AEF-6941-9955-17D4867383A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44750A4B-41C5-2E4D-AE7B-B676142A20B8}" type="pres">
      <dgm:prSet presAssocID="{E7FB6AD1-0AEF-6941-9955-17D4867383AD}" presName="descendantText" presStyleLbl="alignAcc1" presStyleIdx="0" presStyleCnt="4">
        <dgm:presLayoutVars>
          <dgm:bulletEnabled val="1"/>
        </dgm:presLayoutVars>
      </dgm:prSet>
      <dgm:spPr/>
    </dgm:pt>
    <dgm:pt modelId="{78D53AB9-AEBB-4544-94AD-1C5B3030F3A2}" type="pres">
      <dgm:prSet presAssocID="{47A3EA24-FC97-5549-9544-0F4B9B15D292}" presName="sp" presStyleCnt="0"/>
      <dgm:spPr/>
    </dgm:pt>
    <dgm:pt modelId="{7FCE307D-A8EB-8C44-8526-AF58143FA672}" type="pres">
      <dgm:prSet presAssocID="{D4C45144-9B19-FB46-A571-F2A87CD18526}" presName="composite" presStyleCnt="0"/>
      <dgm:spPr/>
    </dgm:pt>
    <dgm:pt modelId="{7563CDC5-5E32-464D-8B88-072EB6838F7D}" type="pres">
      <dgm:prSet presAssocID="{D4C45144-9B19-FB46-A571-F2A87CD18526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975E8369-D8F4-8F41-9474-E5C0C6B57623}" type="pres">
      <dgm:prSet presAssocID="{D4C45144-9B19-FB46-A571-F2A87CD18526}" presName="descendantText" presStyleLbl="alignAcc1" presStyleIdx="1" presStyleCnt="4">
        <dgm:presLayoutVars>
          <dgm:bulletEnabled val="1"/>
        </dgm:presLayoutVars>
      </dgm:prSet>
      <dgm:spPr/>
    </dgm:pt>
    <dgm:pt modelId="{4149C25F-E1AF-3B4E-A2DC-7D937ADE95C3}" type="pres">
      <dgm:prSet presAssocID="{8C3F2985-03E7-8446-A3BF-4F12CB3C1E68}" presName="sp" presStyleCnt="0"/>
      <dgm:spPr/>
    </dgm:pt>
    <dgm:pt modelId="{137BB9E8-778A-524E-A038-E89411D34225}" type="pres">
      <dgm:prSet presAssocID="{5FCCA47F-0973-7A44-BB3F-BA9904718FDA}" presName="composite" presStyleCnt="0"/>
      <dgm:spPr/>
    </dgm:pt>
    <dgm:pt modelId="{19B24702-7A6E-E74B-BA1A-A9FA980BC44B}" type="pres">
      <dgm:prSet presAssocID="{5FCCA47F-0973-7A44-BB3F-BA9904718FD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F791398F-5731-A242-B561-FB3874DCA9D0}" type="pres">
      <dgm:prSet presAssocID="{5FCCA47F-0973-7A44-BB3F-BA9904718FDA}" presName="descendantText" presStyleLbl="alignAcc1" presStyleIdx="2" presStyleCnt="4">
        <dgm:presLayoutVars>
          <dgm:bulletEnabled val="1"/>
        </dgm:presLayoutVars>
      </dgm:prSet>
      <dgm:spPr/>
    </dgm:pt>
    <dgm:pt modelId="{43FD475F-E4F3-4748-B2B7-04CB79970134}" type="pres">
      <dgm:prSet presAssocID="{2B694C11-9710-414F-8C8D-AEBA4A41F08B}" presName="sp" presStyleCnt="0"/>
      <dgm:spPr/>
    </dgm:pt>
    <dgm:pt modelId="{58DB20F2-CDA9-2D4D-978B-6520D4CA7041}" type="pres">
      <dgm:prSet presAssocID="{8CC1A6EC-81C4-1C48-A592-42A376FAA358}" presName="composite" presStyleCnt="0"/>
      <dgm:spPr/>
    </dgm:pt>
    <dgm:pt modelId="{CBEBFC79-87DA-9F4E-98F3-B0D5EA9A842A}" type="pres">
      <dgm:prSet presAssocID="{8CC1A6EC-81C4-1C48-A592-42A376FAA35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C21CB9EA-1A48-C345-8CAB-BC25A5A6A57C}" type="pres">
      <dgm:prSet presAssocID="{8CC1A6EC-81C4-1C48-A592-42A376FAA35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4E886904-055F-8A46-AD9F-05EFBF806E3C}" type="presOf" srcId="{5C2DBA2A-CB9E-5E4F-A670-0233ED9BEDBE}" destId="{CD4E8583-F167-F34C-A5E6-01190C2EFB48}" srcOrd="0" destOrd="0" presId="urn:microsoft.com/office/officeart/2005/8/layout/chevron2"/>
    <dgm:cxn modelId="{9574090A-7599-AF4F-A938-03C7747E15E0}" type="presOf" srcId="{6C4D4A19-467F-084D-ACC1-A2EF4F9ED3EF}" destId="{C21CB9EA-1A48-C345-8CAB-BC25A5A6A57C}" srcOrd="0" destOrd="0" presId="urn:microsoft.com/office/officeart/2005/8/layout/chevron2"/>
    <dgm:cxn modelId="{F669D512-E4B9-2043-8D4A-5E395C99B22E}" type="presOf" srcId="{65D3B456-9A62-2B4E-B2AC-A6F46AD7B11E}" destId="{975E8369-D8F4-8F41-9474-E5C0C6B57623}" srcOrd="0" destOrd="0" presId="urn:microsoft.com/office/officeart/2005/8/layout/chevron2"/>
    <dgm:cxn modelId="{8182CC1B-4AD5-584E-8641-8D78E94C3EBD}" type="presOf" srcId="{F4D6B355-89D1-3640-ADC8-0C3CDAA24A64}" destId="{44750A4B-41C5-2E4D-AE7B-B676142A20B8}" srcOrd="0" destOrd="2" presId="urn:microsoft.com/office/officeart/2005/8/layout/chevron2"/>
    <dgm:cxn modelId="{506DFA1E-BDF1-3E46-B6A1-3721853FEACF}" srcId="{5FCCA47F-0973-7A44-BB3F-BA9904718FDA}" destId="{6CBA47CF-9053-C24A-93AB-B326899722D8}" srcOrd="0" destOrd="0" parTransId="{1445CBED-B928-A741-BB25-91931114BA67}" sibTransId="{975E1BF5-4D70-914D-8626-76327AC9D60B}"/>
    <dgm:cxn modelId="{DB14A529-4789-EB48-95DE-7178BF250EDB}" type="presOf" srcId="{30EE6078-0582-D943-990B-D850F5E7E524}" destId="{F791398F-5731-A242-B561-FB3874DCA9D0}" srcOrd="0" destOrd="2" presId="urn:microsoft.com/office/officeart/2005/8/layout/chevron2"/>
    <dgm:cxn modelId="{A880803A-0539-5A44-A868-69BFB64A4475}" srcId="{5C2DBA2A-CB9E-5E4F-A670-0233ED9BEDBE}" destId="{D4C45144-9B19-FB46-A571-F2A87CD18526}" srcOrd="1" destOrd="0" parTransId="{05C72DBB-AD0C-4648-81A6-C177E2EAF834}" sibTransId="{8C3F2985-03E7-8446-A3BF-4F12CB3C1E68}"/>
    <dgm:cxn modelId="{1B6DC33D-3FE8-6849-8D72-05544F500B39}" type="presOf" srcId="{36A19781-36D8-774F-B9D4-A097A5F9CB1D}" destId="{44750A4B-41C5-2E4D-AE7B-B676142A20B8}" srcOrd="0" destOrd="0" presId="urn:microsoft.com/office/officeart/2005/8/layout/chevron2"/>
    <dgm:cxn modelId="{3A7ECE48-48C6-934A-A2ED-5F2429BC6F04}" srcId="{E7FB6AD1-0AEF-6941-9955-17D4867383AD}" destId="{54D6DD69-323F-D048-A5A6-D2755F25D19B}" srcOrd="1" destOrd="0" parTransId="{B1230F39-7BA7-324A-8F4D-6F383EB5DB7B}" sibTransId="{F4975EF8-D7EF-B04C-A98F-C18384B2BA17}"/>
    <dgm:cxn modelId="{B1FF364F-82F1-954E-8848-97C0722B4872}" srcId="{5C2DBA2A-CB9E-5E4F-A670-0233ED9BEDBE}" destId="{E7FB6AD1-0AEF-6941-9955-17D4867383AD}" srcOrd="0" destOrd="0" parTransId="{F9C4A606-8E75-704B-B6E8-13A40E0C2416}" sibTransId="{47A3EA24-FC97-5549-9544-0F4B9B15D292}"/>
    <dgm:cxn modelId="{8F00B454-3E7E-8F40-8763-737342F67F40}" type="presOf" srcId="{54D6DD69-323F-D048-A5A6-D2755F25D19B}" destId="{44750A4B-41C5-2E4D-AE7B-B676142A20B8}" srcOrd="0" destOrd="1" presId="urn:microsoft.com/office/officeart/2005/8/layout/chevron2"/>
    <dgm:cxn modelId="{538DED59-3152-0D45-B744-5FBB7614628E}" srcId="{5FCCA47F-0973-7A44-BB3F-BA9904718FDA}" destId="{30EE6078-0582-D943-990B-D850F5E7E524}" srcOrd="2" destOrd="0" parTransId="{9D30199D-0EFD-0343-A5B6-A098353049F1}" sibTransId="{DAF3AFA1-44DA-574B-8B09-0585FC56A98C}"/>
    <dgm:cxn modelId="{FC432164-E51A-3A4B-BE26-97567E97C12D}" srcId="{8CC1A6EC-81C4-1C48-A592-42A376FAA358}" destId="{6C4D4A19-467F-084D-ACC1-A2EF4F9ED3EF}" srcOrd="0" destOrd="0" parTransId="{E4261B1D-16A8-B648-93EB-7860C73F1780}" sibTransId="{F624C93F-C771-6349-AFAF-B1AADD8B189B}"/>
    <dgm:cxn modelId="{0E329B6D-1951-BC43-8D90-2044D918404D}" type="presOf" srcId="{E7FB6AD1-0AEF-6941-9955-17D4867383AD}" destId="{A8A0B080-D6C6-E34F-BB02-03CA8E0A228B}" srcOrd="0" destOrd="0" presId="urn:microsoft.com/office/officeart/2005/8/layout/chevron2"/>
    <dgm:cxn modelId="{EB59186E-4B18-EF46-AC76-E9AA2593B005}" srcId="{8CC1A6EC-81C4-1C48-A592-42A376FAA358}" destId="{36C5DE01-C860-CB48-9CCE-168E1EFFD278}" srcOrd="1" destOrd="0" parTransId="{E3C0F542-5663-484F-AAFB-A6334490D3D5}" sibTransId="{BC78D09E-F390-FC46-BD3F-F5711C45182B}"/>
    <dgm:cxn modelId="{375B7177-D17F-E342-9208-0327B48D0487}" type="presOf" srcId="{9C490283-3761-A04B-8E7E-44D7E742EB0F}" destId="{F791398F-5731-A242-B561-FB3874DCA9D0}" srcOrd="0" destOrd="1" presId="urn:microsoft.com/office/officeart/2005/8/layout/chevron2"/>
    <dgm:cxn modelId="{C3FC8893-D74A-A648-9582-813E9C983CD1}" srcId="{E7FB6AD1-0AEF-6941-9955-17D4867383AD}" destId="{36A19781-36D8-774F-B9D4-A097A5F9CB1D}" srcOrd="0" destOrd="0" parTransId="{A34C2700-BE21-FA47-B12A-47C9962180B1}" sibTransId="{F01F5849-76B9-9342-AB84-A4AC21946CA3}"/>
    <dgm:cxn modelId="{229F0B99-5F92-E94B-BBB3-093B86B55194}" type="presOf" srcId="{6CBA47CF-9053-C24A-93AB-B326899722D8}" destId="{F791398F-5731-A242-B561-FB3874DCA9D0}" srcOrd="0" destOrd="0" presId="urn:microsoft.com/office/officeart/2005/8/layout/chevron2"/>
    <dgm:cxn modelId="{8FC80C9C-14C7-514D-AD32-0181D09739FA}" srcId="{D4C45144-9B19-FB46-A571-F2A87CD18526}" destId="{C91FE270-5613-6943-81B4-D15721836673}" srcOrd="1" destOrd="0" parTransId="{18A5401D-A281-C548-A3C7-4184A69DBC8A}" sibTransId="{ADF0F4F4-9658-A549-B7B7-92399C93637C}"/>
    <dgm:cxn modelId="{3DB5069D-0D04-2A41-B7A5-E0A70C23D314}" srcId="{D4C45144-9B19-FB46-A571-F2A87CD18526}" destId="{65D3B456-9A62-2B4E-B2AC-A6F46AD7B11E}" srcOrd="0" destOrd="0" parTransId="{A21300BD-44D3-F144-9536-F00095C8E914}" sibTransId="{48A27A64-B27E-5B46-B9A6-D3BDC8417D33}"/>
    <dgm:cxn modelId="{39235D9E-AB63-1041-BEA8-09E3484A8E89}" srcId="{5C2DBA2A-CB9E-5E4F-A670-0233ED9BEDBE}" destId="{8CC1A6EC-81C4-1C48-A592-42A376FAA358}" srcOrd="3" destOrd="0" parTransId="{CD2F488B-66CA-7744-929E-74D442E0F3CE}" sibTransId="{352C922D-C0CB-BA42-869E-42D12CCFC219}"/>
    <dgm:cxn modelId="{B432D7AE-4947-DB4F-A2F7-751C6F16973C}" type="presOf" srcId="{5FCCA47F-0973-7A44-BB3F-BA9904718FDA}" destId="{19B24702-7A6E-E74B-BA1A-A9FA980BC44B}" srcOrd="0" destOrd="0" presId="urn:microsoft.com/office/officeart/2005/8/layout/chevron2"/>
    <dgm:cxn modelId="{92548EBE-B385-DC44-9856-ED193FE425F6}" type="presOf" srcId="{C91FE270-5613-6943-81B4-D15721836673}" destId="{975E8369-D8F4-8F41-9474-E5C0C6B57623}" srcOrd="0" destOrd="1" presId="urn:microsoft.com/office/officeart/2005/8/layout/chevron2"/>
    <dgm:cxn modelId="{3AEC35CA-83E3-134B-A281-0B6CAA35DFEA}" type="presOf" srcId="{8CC1A6EC-81C4-1C48-A592-42A376FAA358}" destId="{CBEBFC79-87DA-9F4E-98F3-B0D5EA9A842A}" srcOrd="0" destOrd="0" presId="urn:microsoft.com/office/officeart/2005/8/layout/chevron2"/>
    <dgm:cxn modelId="{FD5AEACA-A03B-1C4D-B6FC-8C9AE196D83E}" srcId="{5C2DBA2A-CB9E-5E4F-A670-0233ED9BEDBE}" destId="{5FCCA47F-0973-7A44-BB3F-BA9904718FDA}" srcOrd="2" destOrd="0" parTransId="{3E90101B-7449-7642-8FE8-A31634F47943}" sibTransId="{2B694C11-9710-414F-8C8D-AEBA4A41F08B}"/>
    <dgm:cxn modelId="{8C2936E7-9D97-CD40-941E-27151278BE97}" srcId="{E7FB6AD1-0AEF-6941-9955-17D4867383AD}" destId="{F4D6B355-89D1-3640-ADC8-0C3CDAA24A64}" srcOrd="2" destOrd="0" parTransId="{AB2ADB24-CE2C-2542-8482-EAEFAB77BB42}" sibTransId="{267F2C11-7ADE-B94A-BD62-C642DF6678A1}"/>
    <dgm:cxn modelId="{258937EA-7A53-B643-98EE-D3FC66AC3888}" srcId="{5FCCA47F-0973-7A44-BB3F-BA9904718FDA}" destId="{9C490283-3761-A04B-8E7E-44D7E742EB0F}" srcOrd="1" destOrd="0" parTransId="{769EFA54-229A-8F4F-9AB6-34C7738B2D2A}" sibTransId="{2CCEFF26-9822-5248-A77C-8F6EF0263978}"/>
    <dgm:cxn modelId="{970571EA-0E04-6543-9DB7-A94B2B9C9700}" type="presOf" srcId="{36C5DE01-C860-CB48-9CCE-168E1EFFD278}" destId="{C21CB9EA-1A48-C345-8CAB-BC25A5A6A57C}" srcOrd="0" destOrd="1" presId="urn:microsoft.com/office/officeart/2005/8/layout/chevron2"/>
    <dgm:cxn modelId="{51FA1DF1-D380-3D45-9B3C-92AE19D106FA}" type="presOf" srcId="{D4C45144-9B19-FB46-A571-F2A87CD18526}" destId="{7563CDC5-5E32-464D-8B88-072EB6838F7D}" srcOrd="0" destOrd="0" presId="urn:microsoft.com/office/officeart/2005/8/layout/chevron2"/>
    <dgm:cxn modelId="{DD761524-0B09-9E48-BD85-5DC57FF1DF0E}" type="presParOf" srcId="{CD4E8583-F167-F34C-A5E6-01190C2EFB48}" destId="{2D7CC2EE-1876-1B41-991A-AF6C5DCFA873}" srcOrd="0" destOrd="0" presId="urn:microsoft.com/office/officeart/2005/8/layout/chevron2"/>
    <dgm:cxn modelId="{09BA2487-0B12-5F4F-938E-D85E4B618A54}" type="presParOf" srcId="{2D7CC2EE-1876-1B41-991A-AF6C5DCFA873}" destId="{A8A0B080-D6C6-E34F-BB02-03CA8E0A228B}" srcOrd="0" destOrd="0" presId="urn:microsoft.com/office/officeart/2005/8/layout/chevron2"/>
    <dgm:cxn modelId="{916BD236-54E6-EB4C-A4C3-BEA80A896FD8}" type="presParOf" srcId="{2D7CC2EE-1876-1B41-991A-AF6C5DCFA873}" destId="{44750A4B-41C5-2E4D-AE7B-B676142A20B8}" srcOrd="1" destOrd="0" presId="urn:microsoft.com/office/officeart/2005/8/layout/chevron2"/>
    <dgm:cxn modelId="{935EC1B2-3F07-1343-88BB-221267D622F8}" type="presParOf" srcId="{CD4E8583-F167-F34C-A5E6-01190C2EFB48}" destId="{78D53AB9-AEBB-4544-94AD-1C5B3030F3A2}" srcOrd="1" destOrd="0" presId="urn:microsoft.com/office/officeart/2005/8/layout/chevron2"/>
    <dgm:cxn modelId="{355655DC-C50F-704E-ADD2-48152E6563A9}" type="presParOf" srcId="{CD4E8583-F167-F34C-A5E6-01190C2EFB48}" destId="{7FCE307D-A8EB-8C44-8526-AF58143FA672}" srcOrd="2" destOrd="0" presId="urn:microsoft.com/office/officeart/2005/8/layout/chevron2"/>
    <dgm:cxn modelId="{9BE5957F-19C9-664F-B96B-00CF14CADC10}" type="presParOf" srcId="{7FCE307D-A8EB-8C44-8526-AF58143FA672}" destId="{7563CDC5-5E32-464D-8B88-072EB6838F7D}" srcOrd="0" destOrd="0" presId="urn:microsoft.com/office/officeart/2005/8/layout/chevron2"/>
    <dgm:cxn modelId="{0DA1F4A0-FE05-CB45-809A-8263CF3B6003}" type="presParOf" srcId="{7FCE307D-A8EB-8C44-8526-AF58143FA672}" destId="{975E8369-D8F4-8F41-9474-E5C0C6B57623}" srcOrd="1" destOrd="0" presId="urn:microsoft.com/office/officeart/2005/8/layout/chevron2"/>
    <dgm:cxn modelId="{5C528A2A-4B53-3C42-B9EF-B1035072BF55}" type="presParOf" srcId="{CD4E8583-F167-F34C-A5E6-01190C2EFB48}" destId="{4149C25F-E1AF-3B4E-A2DC-7D937ADE95C3}" srcOrd="3" destOrd="0" presId="urn:microsoft.com/office/officeart/2005/8/layout/chevron2"/>
    <dgm:cxn modelId="{18B7F3C8-BDE4-8846-ABCF-8F33FBF40ED4}" type="presParOf" srcId="{CD4E8583-F167-F34C-A5E6-01190C2EFB48}" destId="{137BB9E8-778A-524E-A038-E89411D34225}" srcOrd="4" destOrd="0" presId="urn:microsoft.com/office/officeart/2005/8/layout/chevron2"/>
    <dgm:cxn modelId="{487B3D96-F912-2D4C-92F9-4221813AB1A5}" type="presParOf" srcId="{137BB9E8-778A-524E-A038-E89411D34225}" destId="{19B24702-7A6E-E74B-BA1A-A9FA980BC44B}" srcOrd="0" destOrd="0" presId="urn:microsoft.com/office/officeart/2005/8/layout/chevron2"/>
    <dgm:cxn modelId="{E8C1E064-1BD4-6B42-840C-7D8B8B4C4E0E}" type="presParOf" srcId="{137BB9E8-778A-524E-A038-E89411D34225}" destId="{F791398F-5731-A242-B561-FB3874DCA9D0}" srcOrd="1" destOrd="0" presId="urn:microsoft.com/office/officeart/2005/8/layout/chevron2"/>
    <dgm:cxn modelId="{21603240-0743-B745-A96E-080D5280B15F}" type="presParOf" srcId="{CD4E8583-F167-F34C-A5E6-01190C2EFB48}" destId="{43FD475F-E4F3-4748-B2B7-04CB79970134}" srcOrd="5" destOrd="0" presId="urn:microsoft.com/office/officeart/2005/8/layout/chevron2"/>
    <dgm:cxn modelId="{B33AB2EF-1373-E443-BE64-15FA42127473}" type="presParOf" srcId="{CD4E8583-F167-F34C-A5E6-01190C2EFB48}" destId="{58DB20F2-CDA9-2D4D-978B-6520D4CA7041}" srcOrd="6" destOrd="0" presId="urn:microsoft.com/office/officeart/2005/8/layout/chevron2"/>
    <dgm:cxn modelId="{205AFB43-34CE-1044-8D39-F011CCDF3783}" type="presParOf" srcId="{58DB20F2-CDA9-2D4D-978B-6520D4CA7041}" destId="{CBEBFC79-87DA-9F4E-98F3-B0D5EA9A842A}" srcOrd="0" destOrd="0" presId="urn:microsoft.com/office/officeart/2005/8/layout/chevron2"/>
    <dgm:cxn modelId="{F371A81D-1F00-AA43-B5C5-5213CED93C12}" type="presParOf" srcId="{58DB20F2-CDA9-2D4D-978B-6520D4CA7041}" destId="{C21CB9EA-1A48-C345-8CAB-BC25A5A6A57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9966C0-85EB-400A-98F7-79343C8C6AC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EA71323-4AA7-4D2D-95F8-8D1DC76ABDDE}">
      <dgm:prSet/>
      <dgm:spPr/>
      <dgm:t>
        <a:bodyPr/>
        <a:lstStyle/>
        <a:p>
          <a:pPr>
            <a:defRPr b="1"/>
          </a:pPr>
          <a:r>
            <a:rPr lang="en-US"/>
            <a:t>Sensor Used: </a:t>
          </a:r>
        </a:p>
      </dgm:t>
    </dgm:pt>
    <dgm:pt modelId="{DE981D2C-09D0-4C61-82FA-60DA22475FA8}" type="parTrans" cxnId="{6F58BDD0-0B00-40DF-8412-F78138713709}">
      <dgm:prSet/>
      <dgm:spPr/>
      <dgm:t>
        <a:bodyPr/>
        <a:lstStyle/>
        <a:p>
          <a:endParaRPr lang="en-US"/>
        </a:p>
      </dgm:t>
    </dgm:pt>
    <dgm:pt modelId="{7CFB6BE5-4716-42B6-BFA5-FA5B9092D73E}" type="sibTrans" cxnId="{6F58BDD0-0B00-40DF-8412-F78138713709}">
      <dgm:prSet/>
      <dgm:spPr/>
      <dgm:t>
        <a:bodyPr/>
        <a:lstStyle/>
        <a:p>
          <a:endParaRPr lang="en-US"/>
        </a:p>
      </dgm:t>
    </dgm:pt>
    <dgm:pt modelId="{2AAB40B2-796D-4DC4-94E4-4A1550F1C571}">
      <dgm:prSet/>
      <dgm:spPr/>
      <dgm:t>
        <a:bodyPr/>
        <a:lstStyle/>
        <a:p>
          <a:r>
            <a:rPr lang="en-US"/>
            <a:t>Microphone</a:t>
          </a:r>
        </a:p>
      </dgm:t>
    </dgm:pt>
    <dgm:pt modelId="{D8FC0ED6-011A-41EC-B795-5419D656BCC5}" type="parTrans" cxnId="{673CACAC-40DA-428C-89DE-F063A3153E15}">
      <dgm:prSet/>
      <dgm:spPr/>
      <dgm:t>
        <a:bodyPr/>
        <a:lstStyle/>
        <a:p>
          <a:endParaRPr lang="en-US"/>
        </a:p>
      </dgm:t>
    </dgm:pt>
    <dgm:pt modelId="{4527EECE-2582-43F6-8255-89AFCDC5386F}" type="sibTrans" cxnId="{673CACAC-40DA-428C-89DE-F063A3153E15}">
      <dgm:prSet/>
      <dgm:spPr/>
      <dgm:t>
        <a:bodyPr/>
        <a:lstStyle/>
        <a:p>
          <a:endParaRPr lang="en-US"/>
        </a:p>
      </dgm:t>
    </dgm:pt>
    <dgm:pt modelId="{7385691A-AC27-45CB-8BC0-4C14C3B4D268}">
      <dgm:prSet/>
      <dgm:spPr/>
      <dgm:t>
        <a:bodyPr/>
        <a:lstStyle/>
        <a:p>
          <a:pPr>
            <a:defRPr b="1"/>
          </a:pPr>
          <a:r>
            <a:rPr lang="en-US"/>
            <a:t>Reason:</a:t>
          </a:r>
        </a:p>
      </dgm:t>
    </dgm:pt>
    <dgm:pt modelId="{71CB27F2-5716-4BD1-9DBE-EC292B45B42C}" type="parTrans" cxnId="{24024177-B443-42EF-A6E5-A185CBE7B675}">
      <dgm:prSet/>
      <dgm:spPr/>
      <dgm:t>
        <a:bodyPr/>
        <a:lstStyle/>
        <a:p>
          <a:endParaRPr lang="en-US"/>
        </a:p>
      </dgm:t>
    </dgm:pt>
    <dgm:pt modelId="{9D647610-5F54-45CD-B40B-B21C9259A8DB}" type="sibTrans" cxnId="{24024177-B443-42EF-A6E5-A185CBE7B675}">
      <dgm:prSet/>
      <dgm:spPr/>
      <dgm:t>
        <a:bodyPr/>
        <a:lstStyle/>
        <a:p>
          <a:endParaRPr lang="en-US"/>
        </a:p>
      </dgm:t>
    </dgm:pt>
    <dgm:pt modelId="{D0581DE9-FDA9-4F2F-8C3B-AED67E9A6F09}">
      <dgm:prSet/>
      <dgm:spPr/>
      <dgm:t>
        <a:bodyPr/>
        <a:lstStyle/>
        <a:p>
          <a:r>
            <a:rPr lang="en-US"/>
            <a:t>Onboard availability</a:t>
          </a:r>
        </a:p>
      </dgm:t>
    </dgm:pt>
    <dgm:pt modelId="{1D8EFFD5-FDCA-4EB2-A56A-8A1D6930BD73}" type="parTrans" cxnId="{D8814691-1B07-457E-B409-3D68E843B592}">
      <dgm:prSet/>
      <dgm:spPr/>
      <dgm:t>
        <a:bodyPr/>
        <a:lstStyle/>
        <a:p>
          <a:endParaRPr lang="en-US"/>
        </a:p>
      </dgm:t>
    </dgm:pt>
    <dgm:pt modelId="{E60D6ECA-D371-4919-8923-D439A479CA48}" type="sibTrans" cxnId="{D8814691-1B07-457E-B409-3D68E843B592}">
      <dgm:prSet/>
      <dgm:spPr/>
      <dgm:t>
        <a:bodyPr/>
        <a:lstStyle/>
        <a:p>
          <a:endParaRPr lang="en-US"/>
        </a:p>
      </dgm:t>
    </dgm:pt>
    <dgm:pt modelId="{88FF6B09-8388-416B-AAA1-1100C1A9554B}">
      <dgm:prSet/>
      <dgm:spPr/>
      <dgm:t>
        <a:bodyPr/>
        <a:lstStyle/>
        <a:p>
          <a:r>
            <a:rPr lang="en-US" dirty="0"/>
            <a:t>Edge Impulse Compatibility</a:t>
          </a:r>
        </a:p>
      </dgm:t>
    </dgm:pt>
    <dgm:pt modelId="{22078BE6-E2F6-481B-BBCF-D419ECE9CB02}" type="parTrans" cxnId="{607EFACB-A449-4B4C-9E94-D964C409ADF2}">
      <dgm:prSet/>
      <dgm:spPr/>
      <dgm:t>
        <a:bodyPr/>
        <a:lstStyle/>
        <a:p>
          <a:endParaRPr lang="en-US"/>
        </a:p>
      </dgm:t>
    </dgm:pt>
    <dgm:pt modelId="{25CAF602-D8BD-4834-A8D6-78B99EF71290}" type="sibTrans" cxnId="{607EFACB-A449-4B4C-9E94-D964C409ADF2}">
      <dgm:prSet/>
      <dgm:spPr/>
      <dgm:t>
        <a:bodyPr/>
        <a:lstStyle/>
        <a:p>
          <a:endParaRPr lang="en-US"/>
        </a:p>
      </dgm:t>
    </dgm:pt>
    <dgm:pt modelId="{2A73C962-8F0A-480D-B11A-5B25743FD7E7}">
      <dgm:prSet/>
      <dgm:spPr/>
      <dgm:t>
        <a:bodyPr/>
        <a:lstStyle/>
        <a:p>
          <a:r>
            <a:rPr lang="en-US" dirty="0"/>
            <a:t>Audio Quality</a:t>
          </a:r>
        </a:p>
      </dgm:t>
    </dgm:pt>
    <dgm:pt modelId="{A4EAA3F6-84FA-4E9F-BF28-C27B8F79C707}" type="parTrans" cxnId="{4EC5D952-564A-4E59-8990-6B545D37DECD}">
      <dgm:prSet/>
      <dgm:spPr/>
      <dgm:t>
        <a:bodyPr/>
        <a:lstStyle/>
        <a:p>
          <a:endParaRPr lang="en-US"/>
        </a:p>
      </dgm:t>
    </dgm:pt>
    <dgm:pt modelId="{3A3A0694-57D6-4327-A7E7-E4F65B4C3849}" type="sibTrans" cxnId="{4EC5D952-564A-4E59-8990-6B545D37DECD}">
      <dgm:prSet/>
      <dgm:spPr/>
      <dgm:t>
        <a:bodyPr/>
        <a:lstStyle/>
        <a:p>
          <a:endParaRPr lang="en-US"/>
        </a:p>
      </dgm:t>
    </dgm:pt>
    <dgm:pt modelId="{D8A7F02F-C383-440F-BBB4-261B35C34AD2}">
      <dgm:prSet/>
      <dgm:spPr/>
      <dgm:t>
        <a:bodyPr/>
        <a:lstStyle/>
        <a:p>
          <a:pPr>
            <a:defRPr b="1"/>
          </a:pPr>
          <a:r>
            <a:rPr lang="en-US"/>
            <a:t>Limitations:</a:t>
          </a:r>
        </a:p>
      </dgm:t>
    </dgm:pt>
    <dgm:pt modelId="{DE017C0C-47C8-4A69-A65D-62976F99A34B}" type="parTrans" cxnId="{BD65FDAA-C6D3-45DC-86A3-B0A8EF7D70D5}">
      <dgm:prSet/>
      <dgm:spPr/>
      <dgm:t>
        <a:bodyPr/>
        <a:lstStyle/>
        <a:p>
          <a:endParaRPr lang="en-US"/>
        </a:p>
      </dgm:t>
    </dgm:pt>
    <dgm:pt modelId="{BF9753E6-79B7-44AC-807A-B5312A315686}" type="sibTrans" cxnId="{BD65FDAA-C6D3-45DC-86A3-B0A8EF7D70D5}">
      <dgm:prSet/>
      <dgm:spPr/>
      <dgm:t>
        <a:bodyPr/>
        <a:lstStyle/>
        <a:p>
          <a:endParaRPr lang="en-US"/>
        </a:p>
      </dgm:t>
    </dgm:pt>
    <dgm:pt modelId="{37241F5E-FCE8-4AB9-AEC6-EB530BE97F5D}">
      <dgm:prSet/>
      <dgm:spPr/>
      <dgm:t>
        <a:bodyPr/>
        <a:lstStyle/>
        <a:p>
          <a:r>
            <a:rPr lang="en-US"/>
            <a:t>Range</a:t>
          </a:r>
        </a:p>
      </dgm:t>
    </dgm:pt>
    <dgm:pt modelId="{1375E408-4A11-4B94-BC41-B6F0D23A834A}" type="parTrans" cxnId="{69F26E21-E736-4893-A9B4-F1582EF3D584}">
      <dgm:prSet/>
      <dgm:spPr/>
      <dgm:t>
        <a:bodyPr/>
        <a:lstStyle/>
        <a:p>
          <a:endParaRPr lang="en-US"/>
        </a:p>
      </dgm:t>
    </dgm:pt>
    <dgm:pt modelId="{445B20D9-D3A7-444B-A58F-A331D1FE2F18}" type="sibTrans" cxnId="{69F26E21-E736-4893-A9B4-F1582EF3D584}">
      <dgm:prSet/>
      <dgm:spPr/>
      <dgm:t>
        <a:bodyPr/>
        <a:lstStyle/>
        <a:p>
          <a:endParaRPr lang="en-US"/>
        </a:p>
      </dgm:t>
    </dgm:pt>
    <dgm:pt modelId="{CB09F59C-2B6E-415A-B47E-0B9C72B83ECA}">
      <dgm:prSet/>
      <dgm:spPr/>
      <dgm:t>
        <a:bodyPr/>
        <a:lstStyle/>
        <a:p>
          <a:r>
            <a:rPr lang="en-US"/>
            <a:t>Background Noise</a:t>
          </a:r>
        </a:p>
      </dgm:t>
    </dgm:pt>
    <dgm:pt modelId="{3BCDFE88-9DA7-494B-831D-3DFA5CD2CEC1}" type="parTrans" cxnId="{2FA0BE7D-93A4-4090-9EB0-52BD99F8BA31}">
      <dgm:prSet/>
      <dgm:spPr/>
      <dgm:t>
        <a:bodyPr/>
        <a:lstStyle/>
        <a:p>
          <a:endParaRPr lang="en-US"/>
        </a:p>
      </dgm:t>
    </dgm:pt>
    <dgm:pt modelId="{017ECF6F-38AD-4440-BD99-016411A46887}" type="sibTrans" cxnId="{2FA0BE7D-93A4-4090-9EB0-52BD99F8BA31}">
      <dgm:prSet/>
      <dgm:spPr/>
      <dgm:t>
        <a:bodyPr/>
        <a:lstStyle/>
        <a:p>
          <a:endParaRPr lang="en-US"/>
        </a:p>
      </dgm:t>
    </dgm:pt>
    <dgm:pt modelId="{E3EFC1BD-6E85-4BDB-83AD-D0AB00B0EDA4}">
      <dgm:prSet/>
      <dgm:spPr/>
      <dgm:t>
        <a:bodyPr/>
        <a:lstStyle/>
        <a:p>
          <a:pPr>
            <a:defRPr b="1"/>
          </a:pPr>
          <a:r>
            <a:rPr lang="en-US"/>
            <a:t>Redesign Ideas:</a:t>
          </a:r>
        </a:p>
      </dgm:t>
    </dgm:pt>
    <dgm:pt modelId="{B0B5A146-16AA-47D0-88DB-EA055FA4C85F}" type="parTrans" cxnId="{F013EC19-9EE6-424E-BA14-17D68A2E35A1}">
      <dgm:prSet/>
      <dgm:spPr/>
      <dgm:t>
        <a:bodyPr/>
        <a:lstStyle/>
        <a:p>
          <a:endParaRPr lang="en-US"/>
        </a:p>
      </dgm:t>
    </dgm:pt>
    <dgm:pt modelId="{16496AD0-964D-421F-A179-9688B5440BAF}" type="sibTrans" cxnId="{F013EC19-9EE6-424E-BA14-17D68A2E35A1}">
      <dgm:prSet/>
      <dgm:spPr/>
      <dgm:t>
        <a:bodyPr/>
        <a:lstStyle/>
        <a:p>
          <a:endParaRPr lang="en-US"/>
        </a:p>
      </dgm:t>
    </dgm:pt>
    <dgm:pt modelId="{6EF68EA5-A2B6-4CDF-B789-4DD2DF0ADB18}">
      <dgm:prSet/>
      <dgm:spPr/>
      <dgm:t>
        <a:bodyPr/>
        <a:lstStyle/>
        <a:p>
          <a:r>
            <a:rPr lang="en-US" dirty="0"/>
            <a:t>Camera</a:t>
          </a:r>
        </a:p>
      </dgm:t>
    </dgm:pt>
    <dgm:pt modelId="{3B7C1FDD-DDFC-4B3F-BCE5-F52C38CE379C}" type="parTrans" cxnId="{BE85C8B3-AE9C-4929-AD48-24FE239615F5}">
      <dgm:prSet/>
      <dgm:spPr/>
      <dgm:t>
        <a:bodyPr/>
        <a:lstStyle/>
        <a:p>
          <a:endParaRPr lang="en-US"/>
        </a:p>
      </dgm:t>
    </dgm:pt>
    <dgm:pt modelId="{3D145A8C-8346-461B-8209-76020E987680}" type="sibTrans" cxnId="{BE85C8B3-AE9C-4929-AD48-24FE239615F5}">
      <dgm:prSet/>
      <dgm:spPr/>
      <dgm:t>
        <a:bodyPr/>
        <a:lstStyle/>
        <a:p>
          <a:endParaRPr lang="en-US"/>
        </a:p>
      </dgm:t>
    </dgm:pt>
    <dgm:pt modelId="{72F25269-5A8D-4E36-B83A-4A33555E0864}">
      <dgm:prSet/>
      <dgm:spPr/>
      <dgm:t>
        <a:bodyPr/>
        <a:lstStyle/>
        <a:p>
          <a:r>
            <a:rPr lang="en-US" dirty="0"/>
            <a:t>Door Detection</a:t>
          </a:r>
        </a:p>
      </dgm:t>
    </dgm:pt>
    <dgm:pt modelId="{66E50CF5-05C2-4F65-B9A3-57BB6944F05D}" type="parTrans" cxnId="{CB3707FC-7698-48C2-A33C-6D59223F8F53}">
      <dgm:prSet/>
      <dgm:spPr/>
      <dgm:t>
        <a:bodyPr/>
        <a:lstStyle/>
        <a:p>
          <a:endParaRPr lang="en-US"/>
        </a:p>
      </dgm:t>
    </dgm:pt>
    <dgm:pt modelId="{64957A72-7181-4CD3-83C4-55DE5D1769CF}" type="sibTrans" cxnId="{CB3707FC-7698-48C2-A33C-6D59223F8F53}">
      <dgm:prSet/>
      <dgm:spPr/>
      <dgm:t>
        <a:bodyPr/>
        <a:lstStyle/>
        <a:p>
          <a:endParaRPr lang="en-US"/>
        </a:p>
      </dgm:t>
    </dgm:pt>
    <dgm:pt modelId="{9AE6FF14-901C-4839-B02C-3A5E455297CF}">
      <dgm:prSet/>
      <dgm:spPr/>
      <dgm:t>
        <a:bodyPr/>
        <a:lstStyle/>
        <a:p>
          <a:r>
            <a:rPr lang="en-US" dirty="0"/>
            <a:t>Apple HomeKit</a:t>
          </a:r>
        </a:p>
      </dgm:t>
    </dgm:pt>
    <dgm:pt modelId="{DE3ABC13-32DA-47DD-91B0-70D8390DC387}" type="parTrans" cxnId="{1F0BA661-228A-4FBE-BCDB-511A783DCE6D}">
      <dgm:prSet/>
      <dgm:spPr/>
      <dgm:t>
        <a:bodyPr/>
        <a:lstStyle/>
        <a:p>
          <a:endParaRPr lang="en-US"/>
        </a:p>
      </dgm:t>
    </dgm:pt>
    <dgm:pt modelId="{992F1B52-2AB9-4816-B950-FD57EB39C09F}" type="sibTrans" cxnId="{1F0BA661-228A-4FBE-BCDB-511A783DCE6D}">
      <dgm:prSet/>
      <dgm:spPr/>
      <dgm:t>
        <a:bodyPr/>
        <a:lstStyle/>
        <a:p>
          <a:endParaRPr lang="en-US"/>
        </a:p>
      </dgm:t>
    </dgm:pt>
    <dgm:pt modelId="{99973F07-28EE-124F-97FE-72A74B79C316}">
      <dgm:prSet/>
      <dgm:spPr/>
      <dgm:t>
        <a:bodyPr/>
        <a:lstStyle/>
        <a:p>
          <a:r>
            <a:rPr lang="en-US" dirty="0"/>
            <a:t>Wi-Fi Module</a:t>
          </a:r>
        </a:p>
      </dgm:t>
    </dgm:pt>
    <dgm:pt modelId="{1958D2A1-61D5-2F4E-9CAA-8994F888D73C}" type="parTrans" cxnId="{6FAA515B-8287-B942-BF10-951BF28DA90B}">
      <dgm:prSet/>
      <dgm:spPr/>
      <dgm:t>
        <a:bodyPr/>
        <a:lstStyle/>
        <a:p>
          <a:endParaRPr lang="en-US"/>
        </a:p>
      </dgm:t>
    </dgm:pt>
    <dgm:pt modelId="{022A5ED0-3527-484A-9FE1-37FC1791D6AB}" type="sibTrans" cxnId="{6FAA515B-8287-B942-BF10-951BF28DA90B}">
      <dgm:prSet/>
      <dgm:spPr/>
      <dgm:t>
        <a:bodyPr/>
        <a:lstStyle/>
        <a:p>
          <a:endParaRPr lang="en-US"/>
        </a:p>
      </dgm:t>
    </dgm:pt>
    <dgm:pt modelId="{AEEC6DE5-7819-EE48-B228-1B86367BAC4C}">
      <dgm:prSet/>
      <dgm:spPr/>
      <dgm:t>
        <a:bodyPr/>
        <a:lstStyle/>
        <a:p>
          <a:r>
            <a:rPr lang="en-US" dirty="0"/>
            <a:t>Speaker</a:t>
          </a:r>
        </a:p>
      </dgm:t>
    </dgm:pt>
    <dgm:pt modelId="{229F57F6-8C5B-6741-AA74-C4673E1AC971}" type="parTrans" cxnId="{8B44F8EF-EE88-7E4A-9807-75401E3890CE}">
      <dgm:prSet/>
      <dgm:spPr/>
      <dgm:t>
        <a:bodyPr/>
        <a:lstStyle/>
        <a:p>
          <a:endParaRPr lang="en-US"/>
        </a:p>
      </dgm:t>
    </dgm:pt>
    <dgm:pt modelId="{DED6F00C-4A99-9240-A90A-8CCE49D68AF8}" type="sibTrans" cxnId="{8B44F8EF-EE88-7E4A-9807-75401E3890CE}">
      <dgm:prSet/>
      <dgm:spPr/>
      <dgm:t>
        <a:bodyPr/>
        <a:lstStyle/>
        <a:p>
          <a:endParaRPr lang="en-US"/>
        </a:p>
      </dgm:t>
    </dgm:pt>
    <dgm:pt modelId="{D4A327E6-6A0E-124B-A1E0-AAD3314FE86E}">
      <dgm:prSet/>
      <dgm:spPr/>
      <dgm:t>
        <a:bodyPr/>
        <a:lstStyle/>
        <a:p>
          <a:r>
            <a:rPr lang="en-US" dirty="0"/>
            <a:t>Fingerprint Scanner</a:t>
          </a:r>
        </a:p>
      </dgm:t>
    </dgm:pt>
    <dgm:pt modelId="{1072ADBB-B16E-E644-8F6D-E96C890FCEEE}" type="parTrans" cxnId="{4BB1011D-501F-9040-846A-E2435785522F}">
      <dgm:prSet/>
      <dgm:spPr/>
      <dgm:t>
        <a:bodyPr/>
        <a:lstStyle/>
        <a:p>
          <a:endParaRPr lang="en-US"/>
        </a:p>
      </dgm:t>
    </dgm:pt>
    <dgm:pt modelId="{CAE1A28D-1491-B842-94B4-5E06E9BC4203}" type="sibTrans" cxnId="{4BB1011D-501F-9040-846A-E2435785522F}">
      <dgm:prSet/>
      <dgm:spPr/>
      <dgm:t>
        <a:bodyPr/>
        <a:lstStyle/>
        <a:p>
          <a:endParaRPr lang="en-US"/>
        </a:p>
      </dgm:t>
    </dgm:pt>
    <dgm:pt modelId="{2DBBDD1D-CFC4-004B-A394-DCB0F310B313}">
      <dgm:prSet/>
      <dgm:spPr/>
      <dgm:t>
        <a:bodyPr/>
        <a:lstStyle/>
        <a:p>
          <a:r>
            <a:rPr lang="en-US" dirty="0"/>
            <a:t>Text Message</a:t>
          </a:r>
        </a:p>
      </dgm:t>
    </dgm:pt>
    <dgm:pt modelId="{67EC14A6-745B-B941-882B-15AA54D6A276}" type="parTrans" cxnId="{BE4B5A12-9053-7C4D-AF57-4D179F76EE82}">
      <dgm:prSet/>
      <dgm:spPr/>
      <dgm:t>
        <a:bodyPr/>
        <a:lstStyle/>
        <a:p>
          <a:endParaRPr lang="en-US"/>
        </a:p>
      </dgm:t>
    </dgm:pt>
    <dgm:pt modelId="{60B19EAE-6043-6440-8620-01847B90257D}" type="sibTrans" cxnId="{BE4B5A12-9053-7C4D-AF57-4D179F76EE82}">
      <dgm:prSet/>
      <dgm:spPr/>
      <dgm:t>
        <a:bodyPr/>
        <a:lstStyle/>
        <a:p>
          <a:endParaRPr lang="en-US"/>
        </a:p>
      </dgm:t>
    </dgm:pt>
    <dgm:pt modelId="{D6EE7385-5CC8-6F4E-83E4-60517F7A88E7}" type="pres">
      <dgm:prSet presAssocID="{729966C0-85EB-400A-98F7-79343C8C6ACD}" presName="Name0" presStyleCnt="0">
        <dgm:presLayoutVars>
          <dgm:dir/>
          <dgm:animLvl val="lvl"/>
          <dgm:resizeHandles val="exact"/>
        </dgm:presLayoutVars>
      </dgm:prSet>
      <dgm:spPr/>
    </dgm:pt>
    <dgm:pt modelId="{F875F264-7834-6240-B543-C84B931E06D8}" type="pres">
      <dgm:prSet presAssocID="{5EA71323-4AA7-4D2D-95F8-8D1DC76ABDDE}" presName="composite" presStyleCnt="0"/>
      <dgm:spPr/>
    </dgm:pt>
    <dgm:pt modelId="{13E4EB7F-9949-2048-8FDE-5F044882C5F4}" type="pres">
      <dgm:prSet presAssocID="{5EA71323-4AA7-4D2D-95F8-8D1DC76ABDDE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FB97F1A-EDB0-7940-B723-E024019E48AF}" type="pres">
      <dgm:prSet presAssocID="{5EA71323-4AA7-4D2D-95F8-8D1DC76ABDDE}" presName="desTx" presStyleLbl="revTx" presStyleIdx="0" presStyleCnt="4">
        <dgm:presLayoutVars>
          <dgm:bulletEnabled val="1"/>
        </dgm:presLayoutVars>
      </dgm:prSet>
      <dgm:spPr/>
    </dgm:pt>
    <dgm:pt modelId="{7B52DD3F-3EF2-4A4F-A7B4-4DDBE1A08D24}" type="pres">
      <dgm:prSet presAssocID="{7CFB6BE5-4716-42B6-BFA5-FA5B9092D73E}" presName="space" presStyleCnt="0"/>
      <dgm:spPr/>
    </dgm:pt>
    <dgm:pt modelId="{D02AD45F-E87C-0C42-9E22-138DBCA55F73}" type="pres">
      <dgm:prSet presAssocID="{7385691A-AC27-45CB-8BC0-4C14C3B4D268}" presName="composite" presStyleCnt="0"/>
      <dgm:spPr/>
    </dgm:pt>
    <dgm:pt modelId="{125D5E84-C581-DF4A-A1A2-9CD54E196800}" type="pres">
      <dgm:prSet presAssocID="{7385691A-AC27-45CB-8BC0-4C14C3B4D268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C1F89FD-BF01-9943-A80A-05B4782E9D2D}" type="pres">
      <dgm:prSet presAssocID="{7385691A-AC27-45CB-8BC0-4C14C3B4D268}" presName="desTx" presStyleLbl="revTx" presStyleIdx="1" presStyleCnt="4">
        <dgm:presLayoutVars>
          <dgm:bulletEnabled val="1"/>
        </dgm:presLayoutVars>
      </dgm:prSet>
      <dgm:spPr/>
    </dgm:pt>
    <dgm:pt modelId="{C02C4903-E2B6-C94A-A692-C6FB2C40FEDB}" type="pres">
      <dgm:prSet presAssocID="{9D647610-5F54-45CD-B40B-B21C9259A8DB}" presName="space" presStyleCnt="0"/>
      <dgm:spPr/>
    </dgm:pt>
    <dgm:pt modelId="{0540C5C7-C96B-D543-9E60-9E3505555730}" type="pres">
      <dgm:prSet presAssocID="{D8A7F02F-C383-440F-BBB4-261B35C34AD2}" presName="composite" presStyleCnt="0"/>
      <dgm:spPr/>
    </dgm:pt>
    <dgm:pt modelId="{49C9308C-A382-9941-B08F-D81B7BFC21AE}" type="pres">
      <dgm:prSet presAssocID="{D8A7F02F-C383-440F-BBB4-261B35C34AD2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3A3A6EF-5BC8-C84F-A312-AE60DB55C992}" type="pres">
      <dgm:prSet presAssocID="{D8A7F02F-C383-440F-BBB4-261B35C34AD2}" presName="desTx" presStyleLbl="revTx" presStyleIdx="2" presStyleCnt="4">
        <dgm:presLayoutVars>
          <dgm:bulletEnabled val="1"/>
        </dgm:presLayoutVars>
      </dgm:prSet>
      <dgm:spPr/>
    </dgm:pt>
    <dgm:pt modelId="{279F6178-F35B-5044-9213-4FADD203B176}" type="pres">
      <dgm:prSet presAssocID="{BF9753E6-79B7-44AC-807A-B5312A315686}" presName="space" presStyleCnt="0"/>
      <dgm:spPr/>
    </dgm:pt>
    <dgm:pt modelId="{0308E2BD-8058-944C-A5A1-FA07402872B0}" type="pres">
      <dgm:prSet presAssocID="{E3EFC1BD-6E85-4BDB-83AD-D0AB00B0EDA4}" presName="composite" presStyleCnt="0"/>
      <dgm:spPr/>
    </dgm:pt>
    <dgm:pt modelId="{6E827F12-5349-234B-9D6A-FF23E00B94DB}" type="pres">
      <dgm:prSet presAssocID="{E3EFC1BD-6E85-4BDB-83AD-D0AB00B0EDA4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9D8B4256-6149-A642-99E7-ED05F6BAC742}" type="pres">
      <dgm:prSet presAssocID="{E3EFC1BD-6E85-4BDB-83AD-D0AB00B0EDA4}" presName="desTx" presStyleLbl="revTx" presStyleIdx="3" presStyleCnt="4">
        <dgm:presLayoutVars>
          <dgm:bulletEnabled val="1"/>
        </dgm:presLayoutVars>
      </dgm:prSet>
      <dgm:spPr/>
    </dgm:pt>
  </dgm:ptLst>
  <dgm:cxnLst>
    <dgm:cxn modelId="{A1C5A107-6C3B-CB4E-AC25-FDA389207872}" type="presOf" srcId="{99973F07-28EE-124F-97FE-72A74B79C316}" destId="{9D8B4256-6149-A642-99E7-ED05F6BAC742}" srcOrd="0" destOrd="2" presId="urn:microsoft.com/office/officeart/2005/8/layout/chevron1"/>
    <dgm:cxn modelId="{0345120A-461D-BB4F-ADB0-F32D35DB1015}" type="presOf" srcId="{2AAB40B2-796D-4DC4-94E4-4A1550F1C571}" destId="{EFB97F1A-EDB0-7940-B723-E024019E48AF}" srcOrd="0" destOrd="0" presId="urn:microsoft.com/office/officeart/2005/8/layout/chevron1"/>
    <dgm:cxn modelId="{F65E2B10-FDD1-FF49-8B38-6AB1A87573B4}" type="presOf" srcId="{6EF68EA5-A2B6-4CDF-B789-4DD2DF0ADB18}" destId="{9D8B4256-6149-A642-99E7-ED05F6BAC742}" srcOrd="0" destOrd="0" presId="urn:microsoft.com/office/officeart/2005/8/layout/chevron1"/>
    <dgm:cxn modelId="{BE4B5A12-9053-7C4D-AF57-4D179F76EE82}" srcId="{E3EFC1BD-6E85-4BDB-83AD-D0AB00B0EDA4}" destId="{2DBBDD1D-CFC4-004B-A394-DCB0F310B313}" srcOrd="5" destOrd="0" parTransId="{67EC14A6-745B-B941-882B-15AA54D6A276}" sibTransId="{60B19EAE-6043-6440-8620-01847B90257D}"/>
    <dgm:cxn modelId="{6090AD15-17A3-E949-8114-27B309092859}" type="presOf" srcId="{D4A327E6-6A0E-124B-A1E0-AAD3314FE86E}" destId="{9D8B4256-6149-A642-99E7-ED05F6BAC742}" srcOrd="0" destOrd="1" presId="urn:microsoft.com/office/officeart/2005/8/layout/chevron1"/>
    <dgm:cxn modelId="{F013EC19-9EE6-424E-BA14-17D68A2E35A1}" srcId="{729966C0-85EB-400A-98F7-79343C8C6ACD}" destId="{E3EFC1BD-6E85-4BDB-83AD-D0AB00B0EDA4}" srcOrd="3" destOrd="0" parTransId="{B0B5A146-16AA-47D0-88DB-EA055FA4C85F}" sibTransId="{16496AD0-964D-421F-A179-9688B5440BAF}"/>
    <dgm:cxn modelId="{4BB1011D-501F-9040-846A-E2435785522F}" srcId="{E3EFC1BD-6E85-4BDB-83AD-D0AB00B0EDA4}" destId="{D4A327E6-6A0E-124B-A1E0-AAD3314FE86E}" srcOrd="1" destOrd="0" parTransId="{1072ADBB-B16E-E644-8F6D-E96C890FCEEE}" sibTransId="{CAE1A28D-1491-B842-94B4-5E06E9BC4203}"/>
    <dgm:cxn modelId="{69F26E21-E736-4893-A9B4-F1582EF3D584}" srcId="{D8A7F02F-C383-440F-BBB4-261B35C34AD2}" destId="{37241F5E-FCE8-4AB9-AEC6-EB530BE97F5D}" srcOrd="0" destOrd="0" parTransId="{1375E408-4A11-4B94-BC41-B6F0D23A834A}" sibTransId="{445B20D9-D3A7-444B-A58F-A331D1FE2F18}"/>
    <dgm:cxn modelId="{1E72AA36-A1E2-FB4B-8CDE-E1B145D6D276}" type="presOf" srcId="{9AE6FF14-901C-4839-B02C-3A5E455297CF}" destId="{9D8B4256-6149-A642-99E7-ED05F6BAC742}" srcOrd="0" destOrd="6" presId="urn:microsoft.com/office/officeart/2005/8/layout/chevron1"/>
    <dgm:cxn modelId="{6126394E-56DC-454E-9C4C-DA065E301A4E}" type="presOf" srcId="{7385691A-AC27-45CB-8BC0-4C14C3B4D268}" destId="{125D5E84-C581-DF4A-A1A2-9CD54E196800}" srcOrd="0" destOrd="0" presId="urn:microsoft.com/office/officeart/2005/8/layout/chevron1"/>
    <dgm:cxn modelId="{4EC5D952-564A-4E59-8990-6B545D37DECD}" srcId="{7385691A-AC27-45CB-8BC0-4C14C3B4D268}" destId="{2A73C962-8F0A-480D-B11A-5B25743FD7E7}" srcOrd="2" destOrd="0" parTransId="{A4EAA3F6-84FA-4E9F-BF28-C27B8F79C707}" sibTransId="{3A3A0694-57D6-4327-A7E7-E4F65B4C3849}"/>
    <dgm:cxn modelId="{269CF25A-2B74-8B40-BEDD-4198B69D9B18}" type="presOf" srcId="{5EA71323-4AA7-4D2D-95F8-8D1DC76ABDDE}" destId="{13E4EB7F-9949-2048-8FDE-5F044882C5F4}" srcOrd="0" destOrd="0" presId="urn:microsoft.com/office/officeart/2005/8/layout/chevron1"/>
    <dgm:cxn modelId="{6FAA515B-8287-B942-BF10-951BF28DA90B}" srcId="{E3EFC1BD-6E85-4BDB-83AD-D0AB00B0EDA4}" destId="{99973F07-28EE-124F-97FE-72A74B79C316}" srcOrd="2" destOrd="0" parTransId="{1958D2A1-61D5-2F4E-9CAA-8994F888D73C}" sibTransId="{022A5ED0-3527-484A-9FE1-37FC1791D6AB}"/>
    <dgm:cxn modelId="{631D135E-C215-334E-A246-336F6646EF53}" type="presOf" srcId="{729966C0-85EB-400A-98F7-79343C8C6ACD}" destId="{D6EE7385-5CC8-6F4E-83E4-60517F7A88E7}" srcOrd="0" destOrd="0" presId="urn:microsoft.com/office/officeart/2005/8/layout/chevron1"/>
    <dgm:cxn modelId="{1F0BA661-228A-4FBE-BCDB-511A783DCE6D}" srcId="{E3EFC1BD-6E85-4BDB-83AD-D0AB00B0EDA4}" destId="{9AE6FF14-901C-4839-B02C-3A5E455297CF}" srcOrd="6" destOrd="0" parTransId="{DE3ABC13-32DA-47DD-91B0-70D8390DC387}" sibTransId="{992F1B52-2AB9-4816-B950-FD57EB39C09F}"/>
    <dgm:cxn modelId="{50A0776C-0CFB-4C43-ADEE-67944FDC79B0}" type="presOf" srcId="{D0581DE9-FDA9-4F2F-8C3B-AED67E9A6F09}" destId="{DC1F89FD-BF01-9943-A80A-05B4782E9D2D}" srcOrd="0" destOrd="0" presId="urn:microsoft.com/office/officeart/2005/8/layout/chevron1"/>
    <dgm:cxn modelId="{24024177-B443-42EF-A6E5-A185CBE7B675}" srcId="{729966C0-85EB-400A-98F7-79343C8C6ACD}" destId="{7385691A-AC27-45CB-8BC0-4C14C3B4D268}" srcOrd="1" destOrd="0" parTransId="{71CB27F2-5716-4BD1-9DBE-EC292B45B42C}" sibTransId="{9D647610-5F54-45CD-B40B-B21C9259A8DB}"/>
    <dgm:cxn modelId="{2FA0BE7D-93A4-4090-9EB0-52BD99F8BA31}" srcId="{D8A7F02F-C383-440F-BBB4-261B35C34AD2}" destId="{CB09F59C-2B6E-415A-B47E-0B9C72B83ECA}" srcOrd="1" destOrd="0" parTransId="{3BCDFE88-9DA7-494B-831D-3DFA5CD2CEC1}" sibTransId="{017ECF6F-38AD-4440-BD99-016411A46887}"/>
    <dgm:cxn modelId="{D8814691-1B07-457E-B409-3D68E843B592}" srcId="{7385691A-AC27-45CB-8BC0-4C14C3B4D268}" destId="{D0581DE9-FDA9-4F2F-8C3B-AED67E9A6F09}" srcOrd="0" destOrd="0" parTransId="{1D8EFFD5-FDCA-4EB2-A56A-8A1D6930BD73}" sibTransId="{E60D6ECA-D371-4919-8923-D439A479CA48}"/>
    <dgm:cxn modelId="{65557394-E096-B949-9DC0-341A179851B3}" type="presOf" srcId="{2DBBDD1D-CFC4-004B-A394-DCB0F310B313}" destId="{9D8B4256-6149-A642-99E7-ED05F6BAC742}" srcOrd="0" destOrd="5" presId="urn:microsoft.com/office/officeart/2005/8/layout/chevron1"/>
    <dgm:cxn modelId="{A81940A1-6BFA-1246-8331-B9787641D5A2}" type="presOf" srcId="{AEEC6DE5-7819-EE48-B228-1B86367BAC4C}" destId="{9D8B4256-6149-A642-99E7-ED05F6BAC742}" srcOrd="0" destOrd="3" presId="urn:microsoft.com/office/officeart/2005/8/layout/chevron1"/>
    <dgm:cxn modelId="{EC5CB7A2-D121-4D4A-AAB2-38AA2BB2B92B}" type="presOf" srcId="{D8A7F02F-C383-440F-BBB4-261B35C34AD2}" destId="{49C9308C-A382-9941-B08F-D81B7BFC21AE}" srcOrd="0" destOrd="0" presId="urn:microsoft.com/office/officeart/2005/8/layout/chevron1"/>
    <dgm:cxn modelId="{BD65FDAA-C6D3-45DC-86A3-B0A8EF7D70D5}" srcId="{729966C0-85EB-400A-98F7-79343C8C6ACD}" destId="{D8A7F02F-C383-440F-BBB4-261B35C34AD2}" srcOrd="2" destOrd="0" parTransId="{DE017C0C-47C8-4A69-A65D-62976F99A34B}" sibTransId="{BF9753E6-79B7-44AC-807A-B5312A315686}"/>
    <dgm:cxn modelId="{673CACAC-40DA-428C-89DE-F063A3153E15}" srcId="{5EA71323-4AA7-4D2D-95F8-8D1DC76ABDDE}" destId="{2AAB40B2-796D-4DC4-94E4-4A1550F1C571}" srcOrd="0" destOrd="0" parTransId="{D8FC0ED6-011A-41EC-B795-5419D656BCC5}" sibTransId="{4527EECE-2582-43F6-8255-89AFCDC5386F}"/>
    <dgm:cxn modelId="{22F670B3-060F-CA45-9C27-3E6348B41AD3}" type="presOf" srcId="{37241F5E-FCE8-4AB9-AEC6-EB530BE97F5D}" destId="{63A3A6EF-5BC8-C84F-A312-AE60DB55C992}" srcOrd="0" destOrd="0" presId="urn:microsoft.com/office/officeart/2005/8/layout/chevron1"/>
    <dgm:cxn modelId="{BE85C8B3-AE9C-4929-AD48-24FE239615F5}" srcId="{E3EFC1BD-6E85-4BDB-83AD-D0AB00B0EDA4}" destId="{6EF68EA5-A2B6-4CDF-B789-4DD2DF0ADB18}" srcOrd="0" destOrd="0" parTransId="{3B7C1FDD-DDFC-4B3F-BCE5-F52C38CE379C}" sibTransId="{3D145A8C-8346-461B-8209-76020E987680}"/>
    <dgm:cxn modelId="{57FEA3BD-28A1-1B40-BE94-BCB1A8259F4B}" type="presOf" srcId="{2A73C962-8F0A-480D-B11A-5B25743FD7E7}" destId="{DC1F89FD-BF01-9943-A80A-05B4782E9D2D}" srcOrd="0" destOrd="2" presId="urn:microsoft.com/office/officeart/2005/8/layout/chevron1"/>
    <dgm:cxn modelId="{F7B83ECB-55A5-A145-8762-FD72BB41D90B}" type="presOf" srcId="{72F25269-5A8D-4E36-B83A-4A33555E0864}" destId="{9D8B4256-6149-A642-99E7-ED05F6BAC742}" srcOrd="0" destOrd="4" presId="urn:microsoft.com/office/officeart/2005/8/layout/chevron1"/>
    <dgm:cxn modelId="{607EFACB-A449-4B4C-9E94-D964C409ADF2}" srcId="{7385691A-AC27-45CB-8BC0-4C14C3B4D268}" destId="{88FF6B09-8388-416B-AAA1-1100C1A9554B}" srcOrd="1" destOrd="0" parTransId="{22078BE6-E2F6-481B-BBCF-D419ECE9CB02}" sibTransId="{25CAF602-D8BD-4834-A8D6-78B99EF71290}"/>
    <dgm:cxn modelId="{793D23CD-EF00-8E41-8D9C-70BF5D1EBC32}" type="presOf" srcId="{CB09F59C-2B6E-415A-B47E-0B9C72B83ECA}" destId="{63A3A6EF-5BC8-C84F-A312-AE60DB55C992}" srcOrd="0" destOrd="1" presId="urn:microsoft.com/office/officeart/2005/8/layout/chevron1"/>
    <dgm:cxn modelId="{247235D0-46A4-CA4F-BCCF-1838A105FF01}" type="presOf" srcId="{88FF6B09-8388-416B-AAA1-1100C1A9554B}" destId="{DC1F89FD-BF01-9943-A80A-05B4782E9D2D}" srcOrd="0" destOrd="1" presId="urn:microsoft.com/office/officeart/2005/8/layout/chevron1"/>
    <dgm:cxn modelId="{6F58BDD0-0B00-40DF-8412-F78138713709}" srcId="{729966C0-85EB-400A-98F7-79343C8C6ACD}" destId="{5EA71323-4AA7-4D2D-95F8-8D1DC76ABDDE}" srcOrd="0" destOrd="0" parTransId="{DE981D2C-09D0-4C61-82FA-60DA22475FA8}" sibTransId="{7CFB6BE5-4716-42B6-BFA5-FA5B9092D73E}"/>
    <dgm:cxn modelId="{8F59B6E0-1D1B-4749-8EF3-99B8A5A0D853}" type="presOf" srcId="{E3EFC1BD-6E85-4BDB-83AD-D0AB00B0EDA4}" destId="{6E827F12-5349-234B-9D6A-FF23E00B94DB}" srcOrd="0" destOrd="0" presId="urn:microsoft.com/office/officeart/2005/8/layout/chevron1"/>
    <dgm:cxn modelId="{8B44F8EF-EE88-7E4A-9807-75401E3890CE}" srcId="{E3EFC1BD-6E85-4BDB-83AD-D0AB00B0EDA4}" destId="{AEEC6DE5-7819-EE48-B228-1B86367BAC4C}" srcOrd="3" destOrd="0" parTransId="{229F57F6-8C5B-6741-AA74-C4673E1AC971}" sibTransId="{DED6F00C-4A99-9240-A90A-8CCE49D68AF8}"/>
    <dgm:cxn modelId="{CB3707FC-7698-48C2-A33C-6D59223F8F53}" srcId="{E3EFC1BD-6E85-4BDB-83AD-D0AB00B0EDA4}" destId="{72F25269-5A8D-4E36-B83A-4A33555E0864}" srcOrd="4" destOrd="0" parTransId="{66E50CF5-05C2-4F65-B9A3-57BB6944F05D}" sibTransId="{64957A72-7181-4CD3-83C4-55DE5D1769CF}"/>
    <dgm:cxn modelId="{6C2C2DD1-C8C5-2044-BBC9-B5932A05087D}" type="presParOf" srcId="{D6EE7385-5CC8-6F4E-83E4-60517F7A88E7}" destId="{F875F264-7834-6240-B543-C84B931E06D8}" srcOrd="0" destOrd="0" presId="urn:microsoft.com/office/officeart/2005/8/layout/chevron1"/>
    <dgm:cxn modelId="{33623259-4401-0346-B952-462A3A58E145}" type="presParOf" srcId="{F875F264-7834-6240-B543-C84B931E06D8}" destId="{13E4EB7F-9949-2048-8FDE-5F044882C5F4}" srcOrd="0" destOrd="0" presId="urn:microsoft.com/office/officeart/2005/8/layout/chevron1"/>
    <dgm:cxn modelId="{37441404-C342-7943-8463-4E959042D953}" type="presParOf" srcId="{F875F264-7834-6240-B543-C84B931E06D8}" destId="{EFB97F1A-EDB0-7940-B723-E024019E48AF}" srcOrd="1" destOrd="0" presId="urn:microsoft.com/office/officeart/2005/8/layout/chevron1"/>
    <dgm:cxn modelId="{DCC85B8B-0F68-344A-AD33-7835945FF826}" type="presParOf" srcId="{D6EE7385-5CC8-6F4E-83E4-60517F7A88E7}" destId="{7B52DD3F-3EF2-4A4F-A7B4-4DDBE1A08D24}" srcOrd="1" destOrd="0" presId="urn:microsoft.com/office/officeart/2005/8/layout/chevron1"/>
    <dgm:cxn modelId="{1E549820-739E-2E4E-B571-65BDB9F67438}" type="presParOf" srcId="{D6EE7385-5CC8-6F4E-83E4-60517F7A88E7}" destId="{D02AD45F-E87C-0C42-9E22-138DBCA55F73}" srcOrd="2" destOrd="0" presId="urn:microsoft.com/office/officeart/2005/8/layout/chevron1"/>
    <dgm:cxn modelId="{2224023A-5FDB-8E48-A738-5023A6B2F2BD}" type="presParOf" srcId="{D02AD45F-E87C-0C42-9E22-138DBCA55F73}" destId="{125D5E84-C581-DF4A-A1A2-9CD54E196800}" srcOrd="0" destOrd="0" presId="urn:microsoft.com/office/officeart/2005/8/layout/chevron1"/>
    <dgm:cxn modelId="{0FA330B4-76B3-CC43-90F2-AF39EF3AAF98}" type="presParOf" srcId="{D02AD45F-E87C-0C42-9E22-138DBCA55F73}" destId="{DC1F89FD-BF01-9943-A80A-05B4782E9D2D}" srcOrd="1" destOrd="0" presId="urn:microsoft.com/office/officeart/2005/8/layout/chevron1"/>
    <dgm:cxn modelId="{B894C9B3-7780-6249-8E47-291EF518EAE4}" type="presParOf" srcId="{D6EE7385-5CC8-6F4E-83E4-60517F7A88E7}" destId="{C02C4903-E2B6-C94A-A692-C6FB2C40FEDB}" srcOrd="3" destOrd="0" presId="urn:microsoft.com/office/officeart/2005/8/layout/chevron1"/>
    <dgm:cxn modelId="{79FA2EFE-28D6-EE45-ADF2-1B7C32519690}" type="presParOf" srcId="{D6EE7385-5CC8-6F4E-83E4-60517F7A88E7}" destId="{0540C5C7-C96B-D543-9E60-9E3505555730}" srcOrd="4" destOrd="0" presId="urn:microsoft.com/office/officeart/2005/8/layout/chevron1"/>
    <dgm:cxn modelId="{A7F00BC4-0B8A-F749-80F8-E6F639489DC8}" type="presParOf" srcId="{0540C5C7-C96B-D543-9E60-9E3505555730}" destId="{49C9308C-A382-9941-B08F-D81B7BFC21AE}" srcOrd="0" destOrd="0" presId="urn:microsoft.com/office/officeart/2005/8/layout/chevron1"/>
    <dgm:cxn modelId="{E22838EB-9324-AE45-9D85-1C14F712B139}" type="presParOf" srcId="{0540C5C7-C96B-D543-9E60-9E3505555730}" destId="{63A3A6EF-5BC8-C84F-A312-AE60DB55C992}" srcOrd="1" destOrd="0" presId="urn:microsoft.com/office/officeart/2005/8/layout/chevron1"/>
    <dgm:cxn modelId="{416CC6D3-4365-204A-A1CD-37857DFF2F53}" type="presParOf" srcId="{D6EE7385-5CC8-6F4E-83E4-60517F7A88E7}" destId="{279F6178-F35B-5044-9213-4FADD203B176}" srcOrd="5" destOrd="0" presId="urn:microsoft.com/office/officeart/2005/8/layout/chevron1"/>
    <dgm:cxn modelId="{A3F9D0A6-02DA-5248-8B11-6D733FED2CCA}" type="presParOf" srcId="{D6EE7385-5CC8-6F4E-83E4-60517F7A88E7}" destId="{0308E2BD-8058-944C-A5A1-FA07402872B0}" srcOrd="6" destOrd="0" presId="urn:microsoft.com/office/officeart/2005/8/layout/chevron1"/>
    <dgm:cxn modelId="{FDF2AF47-B618-2E4E-9032-83D0AD48BD8A}" type="presParOf" srcId="{0308E2BD-8058-944C-A5A1-FA07402872B0}" destId="{6E827F12-5349-234B-9D6A-FF23E00B94DB}" srcOrd="0" destOrd="0" presId="urn:microsoft.com/office/officeart/2005/8/layout/chevron1"/>
    <dgm:cxn modelId="{FA81B86F-6F2B-AC4E-8DA5-15498C739721}" type="presParOf" srcId="{0308E2BD-8058-944C-A5A1-FA07402872B0}" destId="{9D8B4256-6149-A642-99E7-ED05F6BAC742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762E71-10E3-47AA-B5F1-9814E3E3F9D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F78DC4-C99A-41A9-ABF9-FF9BC0126E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pushed me technically?</a:t>
          </a:r>
        </a:p>
      </dgm:t>
    </dgm:pt>
    <dgm:pt modelId="{C68FB33B-4D49-484D-94D1-6FEF43BE5640}" type="parTrans" cxnId="{FF8465FE-473C-432B-ADFE-849EC20601CF}">
      <dgm:prSet/>
      <dgm:spPr/>
      <dgm:t>
        <a:bodyPr/>
        <a:lstStyle/>
        <a:p>
          <a:endParaRPr lang="en-US"/>
        </a:p>
      </dgm:t>
    </dgm:pt>
    <dgm:pt modelId="{8FF69DFA-EF6B-48E5-8E49-68B1AFF2CD37}" type="sibTrans" cxnId="{FF8465FE-473C-432B-ADFE-849EC20601CF}">
      <dgm:prSet/>
      <dgm:spPr/>
      <dgm:t>
        <a:bodyPr/>
        <a:lstStyle/>
        <a:p>
          <a:endParaRPr lang="en-US"/>
        </a:p>
      </dgm:t>
    </dgm:pt>
    <dgm:pt modelId="{96086DEA-7E4A-4670-A46F-E0E72BACBF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fun part</a:t>
          </a:r>
        </a:p>
      </dgm:t>
    </dgm:pt>
    <dgm:pt modelId="{AD3D6026-81DC-4F68-A315-D44A8736655D}" type="parTrans" cxnId="{C61F5C8A-F5DE-4DB0-A644-DBB835135C1C}">
      <dgm:prSet/>
      <dgm:spPr/>
      <dgm:t>
        <a:bodyPr/>
        <a:lstStyle/>
        <a:p>
          <a:endParaRPr lang="en-US"/>
        </a:p>
      </dgm:t>
    </dgm:pt>
    <dgm:pt modelId="{7AF2D683-2EDC-43A9-9A02-356E6C96039C}" type="sibTrans" cxnId="{C61F5C8A-F5DE-4DB0-A644-DBB835135C1C}">
      <dgm:prSet/>
      <dgm:spPr/>
      <dgm:t>
        <a:bodyPr/>
        <a:lstStyle/>
        <a:p>
          <a:endParaRPr lang="en-US"/>
        </a:p>
      </dgm:t>
    </dgm:pt>
    <dgm:pt modelId="{7152E45D-9EBE-4568-A242-B468D23A08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non-as-fun part</a:t>
          </a:r>
        </a:p>
      </dgm:t>
    </dgm:pt>
    <dgm:pt modelId="{65FEB7D6-0931-4049-A25B-E56428C1D810}" type="parTrans" cxnId="{285B98E5-D869-4525-B21A-526400140662}">
      <dgm:prSet/>
      <dgm:spPr/>
      <dgm:t>
        <a:bodyPr/>
        <a:lstStyle/>
        <a:p>
          <a:endParaRPr lang="en-US"/>
        </a:p>
      </dgm:t>
    </dgm:pt>
    <dgm:pt modelId="{98957725-7EF1-4A89-8EC3-E360C8E2F45E}" type="sibTrans" cxnId="{285B98E5-D869-4525-B21A-526400140662}">
      <dgm:prSet/>
      <dgm:spPr/>
      <dgm:t>
        <a:bodyPr/>
        <a:lstStyle/>
        <a:p>
          <a:endParaRPr lang="en-US"/>
        </a:p>
      </dgm:t>
    </dgm:pt>
    <dgm:pt modelId="{BE901F41-7F6E-0B45-ADF0-D3708C461DE0}" type="pres">
      <dgm:prSet presAssocID="{30762E71-10E3-47AA-B5F1-9814E3E3F9D1}" presName="linear" presStyleCnt="0">
        <dgm:presLayoutVars>
          <dgm:animLvl val="lvl"/>
          <dgm:resizeHandles val="exact"/>
        </dgm:presLayoutVars>
      </dgm:prSet>
      <dgm:spPr/>
    </dgm:pt>
    <dgm:pt modelId="{0B93BB16-D311-7143-8576-F75CA6AD6B40}" type="pres">
      <dgm:prSet presAssocID="{A8F78DC4-C99A-41A9-ABF9-FF9BC0126ED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DF9F0C-A57A-9940-948A-2D5244727715}" type="pres">
      <dgm:prSet presAssocID="{8FF69DFA-EF6B-48E5-8E49-68B1AFF2CD37}" presName="spacer" presStyleCnt="0"/>
      <dgm:spPr/>
    </dgm:pt>
    <dgm:pt modelId="{4226EF11-1517-294E-9AA2-85845A0B0016}" type="pres">
      <dgm:prSet presAssocID="{96086DEA-7E4A-4670-A46F-E0E72BACBFE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05CD74-3098-DE4D-B80C-E3D795120283}" type="pres">
      <dgm:prSet presAssocID="{7AF2D683-2EDC-43A9-9A02-356E6C96039C}" presName="spacer" presStyleCnt="0"/>
      <dgm:spPr/>
    </dgm:pt>
    <dgm:pt modelId="{A682B093-B82C-FA40-8AFE-D10F170274F5}" type="pres">
      <dgm:prSet presAssocID="{7152E45D-9EBE-4568-A242-B468D23A080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159CD21-9553-DC42-84BA-9065C5C79C38}" type="presOf" srcId="{30762E71-10E3-47AA-B5F1-9814E3E3F9D1}" destId="{BE901F41-7F6E-0B45-ADF0-D3708C461DE0}" srcOrd="0" destOrd="0" presId="urn:microsoft.com/office/officeart/2005/8/layout/vList2"/>
    <dgm:cxn modelId="{45B93E7A-2918-BF47-BE8D-2C74DEEA20C5}" type="presOf" srcId="{96086DEA-7E4A-4670-A46F-E0E72BACBFED}" destId="{4226EF11-1517-294E-9AA2-85845A0B0016}" srcOrd="0" destOrd="0" presId="urn:microsoft.com/office/officeart/2005/8/layout/vList2"/>
    <dgm:cxn modelId="{85D55D7F-2860-8D4A-856C-1A965C7ADAC5}" type="presOf" srcId="{7152E45D-9EBE-4568-A242-B468D23A080D}" destId="{A682B093-B82C-FA40-8AFE-D10F170274F5}" srcOrd="0" destOrd="0" presId="urn:microsoft.com/office/officeart/2005/8/layout/vList2"/>
    <dgm:cxn modelId="{C61F5C8A-F5DE-4DB0-A644-DBB835135C1C}" srcId="{30762E71-10E3-47AA-B5F1-9814E3E3F9D1}" destId="{96086DEA-7E4A-4670-A46F-E0E72BACBFED}" srcOrd="1" destOrd="0" parTransId="{AD3D6026-81DC-4F68-A315-D44A8736655D}" sibTransId="{7AF2D683-2EDC-43A9-9A02-356E6C96039C}"/>
    <dgm:cxn modelId="{2414A4E4-C978-7D49-8841-54D037685C7E}" type="presOf" srcId="{A8F78DC4-C99A-41A9-ABF9-FF9BC0126ED2}" destId="{0B93BB16-D311-7143-8576-F75CA6AD6B40}" srcOrd="0" destOrd="0" presId="urn:microsoft.com/office/officeart/2005/8/layout/vList2"/>
    <dgm:cxn modelId="{285B98E5-D869-4525-B21A-526400140662}" srcId="{30762E71-10E3-47AA-B5F1-9814E3E3F9D1}" destId="{7152E45D-9EBE-4568-A242-B468D23A080D}" srcOrd="2" destOrd="0" parTransId="{65FEB7D6-0931-4049-A25B-E56428C1D810}" sibTransId="{98957725-7EF1-4A89-8EC3-E360C8E2F45E}"/>
    <dgm:cxn modelId="{FF8465FE-473C-432B-ADFE-849EC20601CF}" srcId="{30762E71-10E3-47AA-B5F1-9814E3E3F9D1}" destId="{A8F78DC4-C99A-41A9-ABF9-FF9BC0126ED2}" srcOrd="0" destOrd="0" parTransId="{C68FB33B-4D49-484D-94D1-6FEF43BE5640}" sibTransId="{8FF69DFA-EF6B-48E5-8E49-68B1AFF2CD37}"/>
    <dgm:cxn modelId="{48AB70B1-5A55-1A48-BFCE-0DF6AEB53A25}" type="presParOf" srcId="{BE901F41-7F6E-0B45-ADF0-D3708C461DE0}" destId="{0B93BB16-D311-7143-8576-F75CA6AD6B40}" srcOrd="0" destOrd="0" presId="urn:microsoft.com/office/officeart/2005/8/layout/vList2"/>
    <dgm:cxn modelId="{5087B0F9-FF67-4A4A-B696-B7BD6D1B8117}" type="presParOf" srcId="{BE901F41-7F6E-0B45-ADF0-D3708C461DE0}" destId="{89DF9F0C-A57A-9940-948A-2D5244727715}" srcOrd="1" destOrd="0" presId="urn:microsoft.com/office/officeart/2005/8/layout/vList2"/>
    <dgm:cxn modelId="{7D81C84A-C649-9E4F-A0EF-BFD8C05B7529}" type="presParOf" srcId="{BE901F41-7F6E-0B45-ADF0-D3708C461DE0}" destId="{4226EF11-1517-294E-9AA2-85845A0B0016}" srcOrd="2" destOrd="0" presId="urn:microsoft.com/office/officeart/2005/8/layout/vList2"/>
    <dgm:cxn modelId="{FF579AFA-D48D-2744-8E62-7A845BB3817D}" type="presParOf" srcId="{BE901F41-7F6E-0B45-ADF0-D3708C461DE0}" destId="{3705CD74-3098-DE4D-B80C-E3D795120283}" srcOrd="3" destOrd="0" presId="urn:microsoft.com/office/officeart/2005/8/layout/vList2"/>
    <dgm:cxn modelId="{E801A3F3-E1FA-DB45-965B-A09AF902F760}" type="presParOf" srcId="{BE901F41-7F6E-0B45-ADF0-D3708C461DE0}" destId="{A682B093-B82C-FA40-8AFE-D10F170274F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BB0E13-01E8-4068-9DF6-BBBD8812B44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3D5B035-19A7-43E5-8BA3-D6062261CEC1}">
      <dgm:prSet/>
      <dgm:spPr/>
      <dgm:t>
        <a:bodyPr/>
        <a:lstStyle/>
        <a:p>
          <a:r>
            <a:rPr lang="en-US" b="0" i="0"/>
            <a:t>The achievement I’m most proud of</a:t>
          </a:r>
          <a:endParaRPr lang="en-US"/>
        </a:p>
      </dgm:t>
    </dgm:pt>
    <dgm:pt modelId="{9C649EEC-3785-45F8-A169-BBDCCB489236}" type="parTrans" cxnId="{0418EA3F-FEAE-4D68-BBA9-FAE35D4DA574}">
      <dgm:prSet/>
      <dgm:spPr/>
      <dgm:t>
        <a:bodyPr/>
        <a:lstStyle/>
        <a:p>
          <a:endParaRPr lang="en-US"/>
        </a:p>
      </dgm:t>
    </dgm:pt>
    <dgm:pt modelId="{B1662A75-5196-4262-839E-F74DB0E6F8B7}" type="sibTrans" cxnId="{0418EA3F-FEAE-4D68-BBA9-FAE35D4DA574}">
      <dgm:prSet/>
      <dgm:spPr/>
      <dgm:t>
        <a:bodyPr/>
        <a:lstStyle/>
        <a:p>
          <a:endParaRPr lang="en-US"/>
        </a:p>
      </dgm:t>
    </dgm:pt>
    <dgm:pt modelId="{4B8B7360-9B7F-4902-BEA9-37216F6B171E}">
      <dgm:prSet/>
      <dgm:spPr/>
      <dgm:t>
        <a:bodyPr/>
        <a:lstStyle/>
        <a:p>
          <a:r>
            <a:rPr lang="en-US" b="0" i="0"/>
            <a:t>One thing I didn’t know before this class and can now do confidently</a:t>
          </a:r>
          <a:endParaRPr lang="en-US"/>
        </a:p>
      </dgm:t>
    </dgm:pt>
    <dgm:pt modelId="{5C24CDF1-C9D2-44AF-86C3-C4C1F751158C}" type="parTrans" cxnId="{B52FCF50-7AC3-470A-A2E5-1D1A9B643D72}">
      <dgm:prSet/>
      <dgm:spPr/>
      <dgm:t>
        <a:bodyPr/>
        <a:lstStyle/>
        <a:p>
          <a:endParaRPr lang="en-US"/>
        </a:p>
      </dgm:t>
    </dgm:pt>
    <dgm:pt modelId="{9AC1F195-DDD6-4BE2-87D8-72E73DED4F1E}" type="sibTrans" cxnId="{B52FCF50-7AC3-470A-A2E5-1D1A9B643D72}">
      <dgm:prSet/>
      <dgm:spPr/>
      <dgm:t>
        <a:bodyPr/>
        <a:lstStyle/>
        <a:p>
          <a:endParaRPr lang="en-US"/>
        </a:p>
      </dgm:t>
    </dgm:pt>
    <dgm:pt modelId="{3C66B190-58A7-4961-9905-2FAAD9DBF5F0}" type="pres">
      <dgm:prSet presAssocID="{FFBB0E13-01E8-4068-9DF6-BBBD8812B442}" presName="root" presStyleCnt="0">
        <dgm:presLayoutVars>
          <dgm:dir/>
          <dgm:resizeHandles val="exact"/>
        </dgm:presLayoutVars>
      </dgm:prSet>
      <dgm:spPr/>
    </dgm:pt>
    <dgm:pt modelId="{537888C6-F694-43FD-AD16-D797D00521E5}" type="pres">
      <dgm:prSet presAssocID="{FFBB0E13-01E8-4068-9DF6-BBBD8812B442}" presName="container" presStyleCnt="0">
        <dgm:presLayoutVars>
          <dgm:dir/>
          <dgm:resizeHandles val="exact"/>
        </dgm:presLayoutVars>
      </dgm:prSet>
      <dgm:spPr/>
    </dgm:pt>
    <dgm:pt modelId="{1F421DF6-ABF9-48F6-9512-0ED1B094CCB0}" type="pres">
      <dgm:prSet presAssocID="{53D5B035-19A7-43E5-8BA3-D6062261CEC1}" presName="compNode" presStyleCnt="0"/>
      <dgm:spPr/>
    </dgm:pt>
    <dgm:pt modelId="{25077739-D50B-43DF-9E6F-8E406FA31083}" type="pres">
      <dgm:prSet presAssocID="{53D5B035-19A7-43E5-8BA3-D6062261CEC1}" presName="iconBgRect" presStyleLbl="bgShp" presStyleIdx="0" presStyleCnt="2"/>
      <dgm:spPr/>
    </dgm:pt>
    <dgm:pt modelId="{CAEA1367-34FE-47EE-A422-335E6A88DB10}" type="pres">
      <dgm:prSet presAssocID="{53D5B035-19A7-43E5-8BA3-D6062261CEC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22FA0DEF-7933-4D11-A555-C27993D1C05C}" type="pres">
      <dgm:prSet presAssocID="{53D5B035-19A7-43E5-8BA3-D6062261CEC1}" presName="spaceRect" presStyleCnt="0"/>
      <dgm:spPr/>
    </dgm:pt>
    <dgm:pt modelId="{3F5B56EE-DD1B-4195-99DD-9E04E4A32B57}" type="pres">
      <dgm:prSet presAssocID="{53D5B035-19A7-43E5-8BA3-D6062261CEC1}" presName="textRect" presStyleLbl="revTx" presStyleIdx="0" presStyleCnt="2">
        <dgm:presLayoutVars>
          <dgm:chMax val="1"/>
          <dgm:chPref val="1"/>
        </dgm:presLayoutVars>
      </dgm:prSet>
      <dgm:spPr/>
    </dgm:pt>
    <dgm:pt modelId="{C42F5610-8FEB-4A08-99C7-0316F69EF621}" type="pres">
      <dgm:prSet presAssocID="{B1662A75-5196-4262-839E-F74DB0E6F8B7}" presName="sibTrans" presStyleLbl="sibTrans2D1" presStyleIdx="0" presStyleCnt="0"/>
      <dgm:spPr/>
    </dgm:pt>
    <dgm:pt modelId="{FB7B4ABD-D356-4BF2-9F91-7E560DC3AE08}" type="pres">
      <dgm:prSet presAssocID="{4B8B7360-9B7F-4902-BEA9-37216F6B171E}" presName="compNode" presStyleCnt="0"/>
      <dgm:spPr/>
    </dgm:pt>
    <dgm:pt modelId="{47FCDC0D-577A-4A53-A01D-89AA8AAC0350}" type="pres">
      <dgm:prSet presAssocID="{4B8B7360-9B7F-4902-BEA9-37216F6B171E}" presName="iconBgRect" presStyleLbl="bgShp" presStyleIdx="1" presStyleCnt="2"/>
      <dgm:spPr/>
    </dgm:pt>
    <dgm:pt modelId="{88083287-9A8A-4995-A2FA-0F09994F70C8}" type="pres">
      <dgm:prSet presAssocID="{4B8B7360-9B7F-4902-BEA9-37216F6B171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A231A09-49B6-4631-ACA1-449BAA8744F6}" type="pres">
      <dgm:prSet presAssocID="{4B8B7360-9B7F-4902-BEA9-37216F6B171E}" presName="spaceRect" presStyleCnt="0"/>
      <dgm:spPr/>
    </dgm:pt>
    <dgm:pt modelId="{BBC88D95-7025-4466-ADDA-BBED529C9C5C}" type="pres">
      <dgm:prSet presAssocID="{4B8B7360-9B7F-4902-BEA9-37216F6B171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418EA3F-FEAE-4D68-BBA9-FAE35D4DA574}" srcId="{FFBB0E13-01E8-4068-9DF6-BBBD8812B442}" destId="{53D5B035-19A7-43E5-8BA3-D6062261CEC1}" srcOrd="0" destOrd="0" parTransId="{9C649EEC-3785-45F8-A169-BBDCCB489236}" sibTransId="{B1662A75-5196-4262-839E-F74DB0E6F8B7}"/>
    <dgm:cxn modelId="{B52FCF50-7AC3-470A-A2E5-1D1A9B643D72}" srcId="{FFBB0E13-01E8-4068-9DF6-BBBD8812B442}" destId="{4B8B7360-9B7F-4902-BEA9-37216F6B171E}" srcOrd="1" destOrd="0" parTransId="{5C24CDF1-C9D2-44AF-86C3-C4C1F751158C}" sibTransId="{9AC1F195-DDD6-4BE2-87D8-72E73DED4F1E}"/>
    <dgm:cxn modelId="{0D25A27D-DE62-4988-9E7A-EA4228D0DE90}" type="presOf" srcId="{4B8B7360-9B7F-4902-BEA9-37216F6B171E}" destId="{BBC88D95-7025-4466-ADDA-BBED529C9C5C}" srcOrd="0" destOrd="0" presId="urn:microsoft.com/office/officeart/2018/2/layout/IconCircleList"/>
    <dgm:cxn modelId="{4C52FED0-8950-423A-8C2A-CC7CC8B9AA17}" type="presOf" srcId="{FFBB0E13-01E8-4068-9DF6-BBBD8812B442}" destId="{3C66B190-58A7-4961-9905-2FAAD9DBF5F0}" srcOrd="0" destOrd="0" presId="urn:microsoft.com/office/officeart/2018/2/layout/IconCircleList"/>
    <dgm:cxn modelId="{8E010CDC-9880-429A-A462-1C6032239CF0}" type="presOf" srcId="{53D5B035-19A7-43E5-8BA3-D6062261CEC1}" destId="{3F5B56EE-DD1B-4195-99DD-9E04E4A32B57}" srcOrd="0" destOrd="0" presId="urn:microsoft.com/office/officeart/2018/2/layout/IconCircleList"/>
    <dgm:cxn modelId="{7D3C31F3-DC63-4836-B3B3-3BE9A1A49489}" type="presOf" srcId="{B1662A75-5196-4262-839E-F74DB0E6F8B7}" destId="{C42F5610-8FEB-4A08-99C7-0316F69EF621}" srcOrd="0" destOrd="0" presId="urn:microsoft.com/office/officeart/2018/2/layout/IconCircleList"/>
    <dgm:cxn modelId="{D4498241-066A-4829-B441-37F99AC818FC}" type="presParOf" srcId="{3C66B190-58A7-4961-9905-2FAAD9DBF5F0}" destId="{537888C6-F694-43FD-AD16-D797D00521E5}" srcOrd="0" destOrd="0" presId="urn:microsoft.com/office/officeart/2018/2/layout/IconCircleList"/>
    <dgm:cxn modelId="{040F0028-9CA8-449C-8C9F-8B94D108C007}" type="presParOf" srcId="{537888C6-F694-43FD-AD16-D797D00521E5}" destId="{1F421DF6-ABF9-48F6-9512-0ED1B094CCB0}" srcOrd="0" destOrd="0" presId="urn:microsoft.com/office/officeart/2018/2/layout/IconCircleList"/>
    <dgm:cxn modelId="{A45D2741-ADCC-4526-A5A5-5E8F389EA185}" type="presParOf" srcId="{1F421DF6-ABF9-48F6-9512-0ED1B094CCB0}" destId="{25077739-D50B-43DF-9E6F-8E406FA31083}" srcOrd="0" destOrd="0" presId="urn:microsoft.com/office/officeart/2018/2/layout/IconCircleList"/>
    <dgm:cxn modelId="{9C590265-AB55-455C-B767-801B277A667E}" type="presParOf" srcId="{1F421DF6-ABF9-48F6-9512-0ED1B094CCB0}" destId="{CAEA1367-34FE-47EE-A422-335E6A88DB10}" srcOrd="1" destOrd="0" presId="urn:microsoft.com/office/officeart/2018/2/layout/IconCircleList"/>
    <dgm:cxn modelId="{D25CF654-47D4-4C01-B265-FB03BF115EFA}" type="presParOf" srcId="{1F421DF6-ABF9-48F6-9512-0ED1B094CCB0}" destId="{22FA0DEF-7933-4D11-A555-C27993D1C05C}" srcOrd="2" destOrd="0" presId="urn:microsoft.com/office/officeart/2018/2/layout/IconCircleList"/>
    <dgm:cxn modelId="{657B62F5-5BDB-4CAE-B7D8-BB17120009BF}" type="presParOf" srcId="{1F421DF6-ABF9-48F6-9512-0ED1B094CCB0}" destId="{3F5B56EE-DD1B-4195-99DD-9E04E4A32B57}" srcOrd="3" destOrd="0" presId="urn:microsoft.com/office/officeart/2018/2/layout/IconCircleList"/>
    <dgm:cxn modelId="{629BEB97-2544-4732-AE8F-B1B286379FCD}" type="presParOf" srcId="{537888C6-F694-43FD-AD16-D797D00521E5}" destId="{C42F5610-8FEB-4A08-99C7-0316F69EF621}" srcOrd="1" destOrd="0" presId="urn:microsoft.com/office/officeart/2018/2/layout/IconCircleList"/>
    <dgm:cxn modelId="{A495499E-08E4-4B19-B7F7-539D0E825F0C}" type="presParOf" srcId="{537888C6-F694-43FD-AD16-D797D00521E5}" destId="{FB7B4ABD-D356-4BF2-9F91-7E560DC3AE08}" srcOrd="2" destOrd="0" presId="urn:microsoft.com/office/officeart/2018/2/layout/IconCircleList"/>
    <dgm:cxn modelId="{C0245196-B926-4E99-91E2-F361C52B5D3C}" type="presParOf" srcId="{FB7B4ABD-D356-4BF2-9F91-7E560DC3AE08}" destId="{47FCDC0D-577A-4A53-A01D-89AA8AAC0350}" srcOrd="0" destOrd="0" presId="urn:microsoft.com/office/officeart/2018/2/layout/IconCircleList"/>
    <dgm:cxn modelId="{2F6F8D38-FD90-42E9-828A-538C65ACD728}" type="presParOf" srcId="{FB7B4ABD-D356-4BF2-9F91-7E560DC3AE08}" destId="{88083287-9A8A-4995-A2FA-0F09994F70C8}" srcOrd="1" destOrd="0" presId="urn:microsoft.com/office/officeart/2018/2/layout/IconCircleList"/>
    <dgm:cxn modelId="{F83E7CE6-8D09-4398-9F08-C8D3EF49EF84}" type="presParOf" srcId="{FB7B4ABD-D356-4BF2-9F91-7E560DC3AE08}" destId="{CA231A09-49B6-4631-ACA1-449BAA8744F6}" srcOrd="2" destOrd="0" presId="urn:microsoft.com/office/officeart/2018/2/layout/IconCircleList"/>
    <dgm:cxn modelId="{D20AF0B4-9464-4ED9-AB06-49A34112DE4B}" type="presParOf" srcId="{FB7B4ABD-D356-4BF2-9F91-7E560DC3AE08}" destId="{BBC88D95-7025-4466-ADDA-BBED529C9C5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85121-CB39-A946-969A-51538D782EF6}">
      <dsp:nvSpPr>
        <dsp:cNvPr id="0" name=""/>
        <dsp:cNvSpPr/>
      </dsp:nvSpPr>
      <dsp:spPr>
        <a:xfrm>
          <a:off x="0" y="1975716"/>
          <a:ext cx="6364224" cy="705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A7065C-AE23-8A4C-B66F-788E95D305B9}">
      <dsp:nvSpPr>
        <dsp:cNvPr id="0" name=""/>
        <dsp:cNvSpPr/>
      </dsp:nvSpPr>
      <dsp:spPr>
        <a:xfrm>
          <a:off x="318211" y="1562436"/>
          <a:ext cx="4454956" cy="8265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What is the device?</a:t>
          </a:r>
        </a:p>
      </dsp:txBody>
      <dsp:txXfrm>
        <a:off x="358560" y="1602785"/>
        <a:ext cx="4374258" cy="745861"/>
      </dsp:txXfrm>
    </dsp:sp>
    <dsp:sp modelId="{9C2123AA-2961-8E46-8913-7F57F4F912A0}">
      <dsp:nvSpPr>
        <dsp:cNvPr id="0" name=""/>
        <dsp:cNvSpPr/>
      </dsp:nvSpPr>
      <dsp:spPr>
        <a:xfrm>
          <a:off x="0" y="3245796"/>
          <a:ext cx="6364224" cy="7055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449550"/>
              <a:satOff val="-11314"/>
              <a:lumOff val="-23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A88DDD-40DE-2145-A80A-D47BF783A628}">
      <dsp:nvSpPr>
        <dsp:cNvPr id="0" name=""/>
        <dsp:cNvSpPr/>
      </dsp:nvSpPr>
      <dsp:spPr>
        <a:xfrm>
          <a:off x="318211" y="2832516"/>
          <a:ext cx="4454956" cy="826559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387" tIns="0" rIns="1683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Keyword used: </a:t>
          </a:r>
          <a:r>
            <a:rPr lang="en-US" sz="2800" b="1" i="1" kern="1200" dirty="0" err="1"/>
            <a:t>Recludo</a:t>
          </a:r>
          <a:r>
            <a:rPr lang="en-US" sz="2800" b="1" i="1" kern="1200" dirty="0"/>
            <a:t>!</a:t>
          </a:r>
        </a:p>
      </dsp:txBody>
      <dsp:txXfrm>
        <a:off x="358560" y="2872865"/>
        <a:ext cx="4374258" cy="745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0F5E25-56BC-4A80-83F1-F0B849D7D351}">
      <dsp:nvSpPr>
        <dsp:cNvPr id="0" name=""/>
        <dsp:cNvSpPr/>
      </dsp:nvSpPr>
      <dsp:spPr>
        <a:xfrm>
          <a:off x="212335" y="472457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9EE8B1-989F-4558-9026-8301A811D784}">
      <dsp:nvSpPr>
        <dsp:cNvPr id="0" name=""/>
        <dsp:cNvSpPr/>
      </dsp:nvSpPr>
      <dsp:spPr>
        <a:xfrm>
          <a:off x="492877" y="752999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1E68B-FC41-4C68-8B27-C3FB12523D77}">
      <dsp:nvSpPr>
        <dsp:cNvPr id="0" name=""/>
        <dsp:cNvSpPr/>
      </dsp:nvSpPr>
      <dsp:spPr>
        <a:xfrm>
          <a:off x="1834517" y="472457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Home Security and Automation</a:t>
          </a:r>
        </a:p>
      </dsp:txBody>
      <dsp:txXfrm>
        <a:off x="1834517" y="472457"/>
        <a:ext cx="3148942" cy="1335915"/>
      </dsp:txXfrm>
    </dsp:sp>
    <dsp:sp modelId="{BAF0725A-4BC3-4066-9B06-1510CCA835CA}">
      <dsp:nvSpPr>
        <dsp:cNvPr id="0" name=""/>
        <dsp:cNvSpPr/>
      </dsp:nvSpPr>
      <dsp:spPr>
        <a:xfrm>
          <a:off x="5532139" y="472457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0C24B-30E7-4F59-B02D-A1998DF0559D}">
      <dsp:nvSpPr>
        <dsp:cNvPr id="0" name=""/>
        <dsp:cNvSpPr/>
      </dsp:nvSpPr>
      <dsp:spPr>
        <a:xfrm>
          <a:off x="5812681" y="752999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DA356-E3DB-4004-919B-9C81D335E20D}">
      <dsp:nvSpPr>
        <dsp:cNvPr id="0" name=""/>
        <dsp:cNvSpPr/>
      </dsp:nvSpPr>
      <dsp:spPr>
        <a:xfrm>
          <a:off x="7154322" y="472457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Benefits anyone that would like a quick and easy security system</a:t>
          </a:r>
        </a:p>
      </dsp:txBody>
      <dsp:txXfrm>
        <a:off x="7154322" y="472457"/>
        <a:ext cx="3148942" cy="1335915"/>
      </dsp:txXfrm>
    </dsp:sp>
    <dsp:sp modelId="{C7214747-FA84-4926-A405-FB1983254220}">
      <dsp:nvSpPr>
        <dsp:cNvPr id="0" name=""/>
        <dsp:cNvSpPr/>
      </dsp:nvSpPr>
      <dsp:spPr>
        <a:xfrm>
          <a:off x="212335" y="2549151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A6692A-638D-47D5-AE13-10A6DDD54663}">
      <dsp:nvSpPr>
        <dsp:cNvPr id="0" name=""/>
        <dsp:cNvSpPr/>
      </dsp:nvSpPr>
      <dsp:spPr>
        <a:xfrm>
          <a:off x="492877" y="2829693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78ED5-8C95-44F5-8EAF-6528FBE93310}">
      <dsp:nvSpPr>
        <dsp:cNvPr id="0" name=""/>
        <dsp:cNvSpPr/>
      </dsp:nvSpPr>
      <dsp:spPr>
        <a:xfrm>
          <a:off x="1834517" y="254915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Easy to download and deploy for anyone</a:t>
          </a:r>
        </a:p>
      </dsp:txBody>
      <dsp:txXfrm>
        <a:off x="1834517" y="2549151"/>
        <a:ext cx="3148942" cy="1335915"/>
      </dsp:txXfrm>
    </dsp:sp>
    <dsp:sp modelId="{BB182D0F-3798-45AE-8129-C264FD8F2B32}">
      <dsp:nvSpPr>
        <dsp:cNvPr id="0" name=""/>
        <dsp:cNvSpPr/>
      </dsp:nvSpPr>
      <dsp:spPr>
        <a:xfrm>
          <a:off x="5532139" y="2549151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054455-ABE5-491C-95A9-B9953982B942}">
      <dsp:nvSpPr>
        <dsp:cNvPr id="0" name=""/>
        <dsp:cNvSpPr/>
      </dsp:nvSpPr>
      <dsp:spPr>
        <a:xfrm>
          <a:off x="5812681" y="2829693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A4058-739C-46B7-AB3E-7FB613C3715F}">
      <dsp:nvSpPr>
        <dsp:cNvPr id="0" name=""/>
        <dsp:cNvSpPr/>
      </dsp:nvSpPr>
      <dsp:spPr>
        <a:xfrm>
          <a:off x="7154322" y="254915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People with code knowledge can customize the Arduino code to cater to their needs</a:t>
          </a:r>
        </a:p>
      </dsp:txBody>
      <dsp:txXfrm>
        <a:off x="7154322" y="2549151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A0B080-D6C6-E34F-BB02-03CA8E0A228B}">
      <dsp:nvSpPr>
        <dsp:cNvPr id="0" name=""/>
        <dsp:cNvSpPr/>
      </dsp:nvSpPr>
      <dsp:spPr>
        <a:xfrm rot="5400000">
          <a:off x="-224031" y="224149"/>
          <a:ext cx="1493543" cy="104548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Edge Impulse</a:t>
          </a:r>
        </a:p>
      </dsp:txBody>
      <dsp:txXfrm rot="-5400000">
        <a:off x="1" y="522857"/>
        <a:ext cx="1045480" cy="448063"/>
      </dsp:txXfrm>
    </dsp:sp>
    <dsp:sp modelId="{44750A4B-41C5-2E4D-AE7B-B676142A20B8}">
      <dsp:nvSpPr>
        <dsp:cNvPr id="0" name=""/>
        <dsp:cNvSpPr/>
      </dsp:nvSpPr>
      <dsp:spPr>
        <a:xfrm rot="5400000">
          <a:off x="3443478" y="-2397879"/>
          <a:ext cx="970803" cy="57667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Create data (voice recordings) for building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Build and test the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Deploy model to Arduino through “Arduino Library”</a:t>
          </a:r>
        </a:p>
      </dsp:txBody>
      <dsp:txXfrm rot="-5400000">
        <a:off x="1045481" y="47509"/>
        <a:ext cx="5719408" cy="876021"/>
      </dsp:txXfrm>
    </dsp:sp>
    <dsp:sp modelId="{7563CDC5-5E32-464D-8B88-072EB6838F7D}">
      <dsp:nvSpPr>
        <dsp:cNvPr id="0" name=""/>
        <dsp:cNvSpPr/>
      </dsp:nvSpPr>
      <dsp:spPr>
        <a:xfrm rot="5400000">
          <a:off x="-224031" y="1573311"/>
          <a:ext cx="1493543" cy="104548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CDA: Arduino Nano BLE 33</a:t>
          </a:r>
        </a:p>
      </dsp:txBody>
      <dsp:txXfrm rot="-5400000">
        <a:off x="1" y="1872019"/>
        <a:ext cx="1045480" cy="448063"/>
      </dsp:txXfrm>
    </dsp:sp>
    <dsp:sp modelId="{975E8369-D8F4-8F41-9474-E5C0C6B57623}">
      <dsp:nvSpPr>
        <dsp:cNvPr id="0" name=""/>
        <dsp:cNvSpPr/>
      </dsp:nvSpPr>
      <dsp:spPr>
        <a:xfrm rot="5400000">
          <a:off x="3443478" y="-1048718"/>
          <a:ext cx="970803" cy="57667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Edge device running the Edge Impulse model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Use the in-built microphone for keyword detection</a:t>
          </a:r>
        </a:p>
      </dsp:txBody>
      <dsp:txXfrm rot="-5400000">
        <a:off x="1045481" y="1396670"/>
        <a:ext cx="5719408" cy="876021"/>
      </dsp:txXfrm>
    </dsp:sp>
    <dsp:sp modelId="{19B24702-7A6E-E74B-BA1A-A9FA980BC44B}">
      <dsp:nvSpPr>
        <dsp:cNvPr id="0" name=""/>
        <dsp:cNvSpPr/>
      </dsp:nvSpPr>
      <dsp:spPr>
        <a:xfrm rot="5400000">
          <a:off x="-224031" y="2922472"/>
          <a:ext cx="1493543" cy="104548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GDA: </a:t>
          </a:r>
          <a:r>
            <a:rPr lang="en-US" sz="1200" kern="1200" dirty="0" err="1"/>
            <a:t>Macbook</a:t>
          </a:r>
          <a:endParaRPr lang="en-US" sz="1200" kern="1200" dirty="0"/>
        </a:p>
      </dsp:txBody>
      <dsp:txXfrm rot="-5400000">
        <a:off x="1" y="3221180"/>
        <a:ext cx="1045480" cy="448063"/>
      </dsp:txXfrm>
    </dsp:sp>
    <dsp:sp modelId="{F791398F-5731-A242-B561-FB3874DCA9D0}">
      <dsp:nvSpPr>
        <dsp:cNvPr id="0" name=""/>
        <dsp:cNvSpPr/>
      </dsp:nvSpPr>
      <dsp:spPr>
        <a:xfrm rot="5400000">
          <a:off x="3443478" y="300442"/>
          <a:ext cx="970803" cy="57667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Connected to CDA through USB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Listens to the serial port for appropriate message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Sends payload to Ubidots, through Mqtt, based on serial message</a:t>
          </a:r>
        </a:p>
      </dsp:txBody>
      <dsp:txXfrm rot="-5400000">
        <a:off x="1045481" y="2745831"/>
        <a:ext cx="5719408" cy="876021"/>
      </dsp:txXfrm>
    </dsp:sp>
    <dsp:sp modelId="{CBEBFC79-87DA-9F4E-98F3-B0D5EA9A842A}">
      <dsp:nvSpPr>
        <dsp:cNvPr id="0" name=""/>
        <dsp:cNvSpPr/>
      </dsp:nvSpPr>
      <dsp:spPr>
        <a:xfrm rot="5400000">
          <a:off x="-224031" y="4271633"/>
          <a:ext cx="1493543" cy="104548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Cloud: </a:t>
          </a:r>
          <a:r>
            <a:rPr lang="en-US" sz="1200" kern="1200" dirty="0" err="1"/>
            <a:t>Ubidots</a:t>
          </a:r>
          <a:endParaRPr lang="en-US" sz="1200" kern="1200" dirty="0"/>
        </a:p>
      </dsp:txBody>
      <dsp:txXfrm rot="-5400000">
        <a:off x="1" y="4570341"/>
        <a:ext cx="1045480" cy="448063"/>
      </dsp:txXfrm>
    </dsp:sp>
    <dsp:sp modelId="{C21CB9EA-1A48-C345-8CAB-BC25A5A6A57C}">
      <dsp:nvSpPr>
        <dsp:cNvPr id="0" name=""/>
        <dsp:cNvSpPr/>
      </dsp:nvSpPr>
      <dsp:spPr>
        <a:xfrm rot="5400000">
          <a:off x="3443478" y="1649604"/>
          <a:ext cx="970803" cy="576679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Receives payload from GDA through Mqtt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Payload saved within Device on Ubidots, and data can be used to build dashboards</a:t>
          </a:r>
        </a:p>
      </dsp:txBody>
      <dsp:txXfrm rot="-5400000">
        <a:off x="1045481" y="4094993"/>
        <a:ext cx="5719408" cy="8760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4EB7F-9949-2048-8FDE-5F044882C5F4}">
      <dsp:nvSpPr>
        <dsp:cNvPr id="0" name=""/>
        <dsp:cNvSpPr/>
      </dsp:nvSpPr>
      <dsp:spPr>
        <a:xfrm>
          <a:off x="4245" y="239980"/>
          <a:ext cx="2717911" cy="108716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Sensor Used: </a:t>
          </a:r>
        </a:p>
      </dsp:txBody>
      <dsp:txXfrm>
        <a:off x="547827" y="239980"/>
        <a:ext cx="1630747" cy="1087164"/>
      </dsp:txXfrm>
    </dsp:sp>
    <dsp:sp modelId="{EFB97F1A-EDB0-7940-B723-E024019E48AF}">
      <dsp:nvSpPr>
        <dsp:cNvPr id="0" name=""/>
        <dsp:cNvSpPr/>
      </dsp:nvSpPr>
      <dsp:spPr>
        <a:xfrm>
          <a:off x="4245" y="1463040"/>
          <a:ext cx="2174328" cy="2631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Microphone</a:t>
          </a:r>
        </a:p>
      </dsp:txBody>
      <dsp:txXfrm>
        <a:off x="4245" y="1463040"/>
        <a:ext cx="2174328" cy="2631234"/>
      </dsp:txXfrm>
    </dsp:sp>
    <dsp:sp modelId="{125D5E84-C581-DF4A-A1A2-9CD54E196800}">
      <dsp:nvSpPr>
        <dsp:cNvPr id="0" name=""/>
        <dsp:cNvSpPr/>
      </dsp:nvSpPr>
      <dsp:spPr>
        <a:xfrm>
          <a:off x="2506156" y="239980"/>
          <a:ext cx="2717911" cy="108716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Reason:</a:t>
          </a:r>
        </a:p>
      </dsp:txBody>
      <dsp:txXfrm>
        <a:off x="3049738" y="239980"/>
        <a:ext cx="1630747" cy="1087164"/>
      </dsp:txXfrm>
    </dsp:sp>
    <dsp:sp modelId="{DC1F89FD-BF01-9943-A80A-05B4782E9D2D}">
      <dsp:nvSpPr>
        <dsp:cNvPr id="0" name=""/>
        <dsp:cNvSpPr/>
      </dsp:nvSpPr>
      <dsp:spPr>
        <a:xfrm>
          <a:off x="2506156" y="1463040"/>
          <a:ext cx="2174328" cy="2631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Onboard availability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Edge Impulse Compatibility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Audio Quality</a:t>
          </a:r>
        </a:p>
      </dsp:txBody>
      <dsp:txXfrm>
        <a:off x="2506156" y="1463040"/>
        <a:ext cx="2174328" cy="2631234"/>
      </dsp:txXfrm>
    </dsp:sp>
    <dsp:sp modelId="{49C9308C-A382-9941-B08F-D81B7BFC21AE}">
      <dsp:nvSpPr>
        <dsp:cNvPr id="0" name=""/>
        <dsp:cNvSpPr/>
      </dsp:nvSpPr>
      <dsp:spPr>
        <a:xfrm>
          <a:off x="5008068" y="239980"/>
          <a:ext cx="2717911" cy="108716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Limitations:</a:t>
          </a:r>
        </a:p>
      </dsp:txBody>
      <dsp:txXfrm>
        <a:off x="5551650" y="239980"/>
        <a:ext cx="1630747" cy="1087164"/>
      </dsp:txXfrm>
    </dsp:sp>
    <dsp:sp modelId="{63A3A6EF-5BC8-C84F-A312-AE60DB55C992}">
      <dsp:nvSpPr>
        <dsp:cNvPr id="0" name=""/>
        <dsp:cNvSpPr/>
      </dsp:nvSpPr>
      <dsp:spPr>
        <a:xfrm>
          <a:off x="5008068" y="1463040"/>
          <a:ext cx="2174328" cy="2631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Range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Background Noise</a:t>
          </a:r>
        </a:p>
      </dsp:txBody>
      <dsp:txXfrm>
        <a:off x="5008068" y="1463040"/>
        <a:ext cx="2174328" cy="2631234"/>
      </dsp:txXfrm>
    </dsp:sp>
    <dsp:sp modelId="{6E827F12-5349-234B-9D6A-FF23E00B94DB}">
      <dsp:nvSpPr>
        <dsp:cNvPr id="0" name=""/>
        <dsp:cNvSpPr/>
      </dsp:nvSpPr>
      <dsp:spPr>
        <a:xfrm>
          <a:off x="7509979" y="239980"/>
          <a:ext cx="2717911" cy="108716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Redesign Ideas:</a:t>
          </a:r>
        </a:p>
      </dsp:txBody>
      <dsp:txXfrm>
        <a:off x="8053561" y="239980"/>
        <a:ext cx="1630747" cy="1087164"/>
      </dsp:txXfrm>
    </dsp:sp>
    <dsp:sp modelId="{9D8B4256-6149-A642-99E7-ED05F6BAC742}">
      <dsp:nvSpPr>
        <dsp:cNvPr id="0" name=""/>
        <dsp:cNvSpPr/>
      </dsp:nvSpPr>
      <dsp:spPr>
        <a:xfrm>
          <a:off x="7509979" y="1463040"/>
          <a:ext cx="2174328" cy="2631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Camera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Fingerprint Scanner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Wi-Fi Module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Speaker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Door Detection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Text Message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Apple HomeKit</a:t>
          </a:r>
        </a:p>
      </dsp:txBody>
      <dsp:txXfrm>
        <a:off x="7509979" y="1463040"/>
        <a:ext cx="2174328" cy="26312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3BB16-D311-7143-8576-F75CA6AD6B40}">
      <dsp:nvSpPr>
        <dsp:cNvPr id="0" name=""/>
        <dsp:cNvSpPr/>
      </dsp:nvSpPr>
      <dsp:spPr>
        <a:xfrm>
          <a:off x="0" y="8505"/>
          <a:ext cx="6967728" cy="17748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What pushed me technically?</a:t>
          </a:r>
        </a:p>
      </dsp:txBody>
      <dsp:txXfrm>
        <a:off x="86643" y="95148"/>
        <a:ext cx="6794442" cy="1601604"/>
      </dsp:txXfrm>
    </dsp:sp>
    <dsp:sp modelId="{4226EF11-1517-294E-9AA2-85845A0B0016}">
      <dsp:nvSpPr>
        <dsp:cNvPr id="0" name=""/>
        <dsp:cNvSpPr/>
      </dsp:nvSpPr>
      <dsp:spPr>
        <a:xfrm>
          <a:off x="0" y="1901475"/>
          <a:ext cx="6967728" cy="1774890"/>
        </a:xfrm>
        <a:prstGeom prst="roundRect">
          <a:avLst/>
        </a:prstGeom>
        <a:solidFill>
          <a:schemeClr val="accent2">
            <a:hueOff val="-1224775"/>
            <a:satOff val="-5657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The fun part</a:t>
          </a:r>
        </a:p>
      </dsp:txBody>
      <dsp:txXfrm>
        <a:off x="86643" y="1988118"/>
        <a:ext cx="6794442" cy="1601604"/>
      </dsp:txXfrm>
    </dsp:sp>
    <dsp:sp modelId="{A682B093-B82C-FA40-8AFE-D10F170274F5}">
      <dsp:nvSpPr>
        <dsp:cNvPr id="0" name=""/>
        <dsp:cNvSpPr/>
      </dsp:nvSpPr>
      <dsp:spPr>
        <a:xfrm>
          <a:off x="0" y="3794445"/>
          <a:ext cx="6967728" cy="1774890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The non-as-fun part</a:t>
          </a:r>
        </a:p>
      </dsp:txBody>
      <dsp:txXfrm>
        <a:off x="86643" y="3881088"/>
        <a:ext cx="6794442" cy="16016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77739-D50B-43DF-9E6F-8E406FA31083}">
      <dsp:nvSpPr>
        <dsp:cNvPr id="0" name=""/>
        <dsp:cNvSpPr/>
      </dsp:nvSpPr>
      <dsp:spPr>
        <a:xfrm>
          <a:off x="210785" y="1624915"/>
          <a:ext cx="1335114" cy="13351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A1367-34FE-47EE-A422-335E6A88DB10}">
      <dsp:nvSpPr>
        <dsp:cNvPr id="0" name=""/>
        <dsp:cNvSpPr/>
      </dsp:nvSpPr>
      <dsp:spPr>
        <a:xfrm>
          <a:off x="491159" y="1905289"/>
          <a:ext cx="774366" cy="7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B56EE-DD1B-4195-99DD-9E04E4A32B57}">
      <dsp:nvSpPr>
        <dsp:cNvPr id="0" name=""/>
        <dsp:cNvSpPr/>
      </dsp:nvSpPr>
      <dsp:spPr>
        <a:xfrm>
          <a:off x="1831996" y="1624915"/>
          <a:ext cx="3147056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The achievement I’m most proud of</a:t>
          </a:r>
          <a:endParaRPr lang="en-US" sz="2400" kern="1200"/>
        </a:p>
      </dsp:txBody>
      <dsp:txXfrm>
        <a:off x="1831996" y="1624915"/>
        <a:ext cx="3147056" cy="1335114"/>
      </dsp:txXfrm>
    </dsp:sp>
    <dsp:sp modelId="{47FCDC0D-577A-4A53-A01D-89AA8AAC0350}">
      <dsp:nvSpPr>
        <dsp:cNvPr id="0" name=""/>
        <dsp:cNvSpPr/>
      </dsp:nvSpPr>
      <dsp:spPr>
        <a:xfrm>
          <a:off x="5527403" y="1624915"/>
          <a:ext cx="1335114" cy="133511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83287-9A8A-4995-A2FA-0F09994F70C8}">
      <dsp:nvSpPr>
        <dsp:cNvPr id="0" name=""/>
        <dsp:cNvSpPr/>
      </dsp:nvSpPr>
      <dsp:spPr>
        <a:xfrm>
          <a:off x="5807777" y="1905289"/>
          <a:ext cx="774366" cy="7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88D95-7025-4466-ADDA-BBED529C9C5C}">
      <dsp:nvSpPr>
        <dsp:cNvPr id="0" name=""/>
        <dsp:cNvSpPr/>
      </dsp:nvSpPr>
      <dsp:spPr>
        <a:xfrm>
          <a:off x="7148614" y="1624915"/>
          <a:ext cx="3147056" cy="1335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One thing I didn’t know before this class and can now do confidently</a:t>
          </a:r>
          <a:endParaRPr lang="en-US" sz="2400" kern="1200"/>
        </a:p>
      </dsp:txBody>
      <dsp:txXfrm>
        <a:off x="7148614" y="1624915"/>
        <a:ext cx="3147056" cy="1335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F5E1F-DB80-444E-9AD9-8F2AEEE53799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B874A-4A7D-C448-8F25-0E2C848A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8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61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No existing security system at my home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Thought about getting one through internet provider a few years ago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Monthly fee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Providing more personal data to internet provider – video/voice recordings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 personalized and easy to customize home security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7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Brought up idea to Professor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Mentioned some capstone ideas to the professor at the beginning of the semester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Gave me more confidence that this is not “too easy” for a capstone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Classmates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Everyone discussed their ideas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Classmates gave me some ideas of their own when I talked about my topic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Discussion with Uncle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Spoke to uncle at the beginning of the semester, who is in the industry, about my classes and idea for this one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Gave me some ideas on what I can implement which sparked something in me to pursue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72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59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54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Data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Phone Mic and Arduino Mic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Normal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Fast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Whispers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Soft voice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Frustrated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Distance and looking away from mic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Hard Negatives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 err="1"/>
              <a:t>Reclu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 err="1"/>
              <a:t>Cludo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Ludo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Do?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MFCC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Converts raw audio into a format that the model can understand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NN-Classifier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Takes the features from, looks for patterns, and classifies what it hears based on the labels added to the data.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Surprises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Ease collecting data – Phone, Arduino, upload existing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Availability of pre-built datasets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How smooth it is to train a model step-by-step after the required data is collected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Ease of analyzing the classifications by the model, cleaning up and re-training 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Option to test the model on phone before deploying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64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What pushed me technically?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Trying to get the button on the board to work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Training the model, updating dataset, cleaning up data from test results and re-training model until desired accuracy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fun part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Seeing the model train and then work on Edge Impulse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Watching the model, Arduino Code and </a:t>
            </a:r>
            <a:r>
              <a:rPr lang="en-US" dirty="0" err="1"/>
              <a:t>Mqtt+Ubidots</a:t>
            </a:r>
            <a:r>
              <a:rPr lang="en-US" dirty="0"/>
              <a:t> work as desired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non-as-fun part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Initial keyword: git push home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Slight hiccups uploading data using phone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7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079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B874A-4A7D-C448-8F25-0E2C848A2A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2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55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2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3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6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5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6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5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1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0263649-496A-20E8-365E-A8AAD14E0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886" r="-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E9F2A-7E90-95E3-FD38-E6796E003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/>
              <a:t>IoT Home Security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EB293-26A8-3F36-7C77-B8C1D5045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/>
              <a:t>- Nishchint (Nish) Upadhyaya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708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C4B12-CBBB-1ED0-F19E-8BCACB335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Quick Intro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397FDE0D-5622-D8BE-D428-C767CB970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74983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069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ith idea concept">
            <a:extLst>
              <a:ext uri="{FF2B5EF4-FFF2-40B4-BE49-F238E27FC236}">
                <a16:creationId xmlns:a16="http://schemas.microsoft.com/office/drawing/2014/main" id="{71AFC8CA-0EB0-334C-64BC-D8B598869A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50" r="6586" b="-1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9B919F-509F-DBA0-C626-F54ABAE1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Problem and Motivation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371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DA6B5-13F6-5519-84DF-A7655195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Market and User Needs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9CDF56-3F9B-D7EA-F399-2DAE66B9F6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79424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196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837A5-ED15-29D3-FB4E-461DEACB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>
            <a:normAutofit/>
          </a:bodyPr>
          <a:lstStyle/>
          <a:p>
            <a:r>
              <a:rPr lang="en-US" sz="3200"/>
              <a:t>Real World Feedback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6D62-2140-C865-8D8E-81717028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>
            <a:normAutofit/>
          </a:bodyPr>
          <a:lstStyle/>
          <a:p>
            <a:r>
              <a:rPr lang="en-US" sz="1800" dirty="0"/>
              <a:t>Brought up idea to Professor</a:t>
            </a:r>
          </a:p>
          <a:p>
            <a:r>
              <a:rPr lang="en-US" sz="1800" dirty="0"/>
              <a:t>Classmates</a:t>
            </a:r>
          </a:p>
          <a:p>
            <a:r>
              <a:rPr lang="en-US" sz="1800" dirty="0"/>
              <a:t>Discussion with an Uncle</a:t>
            </a:r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587DE41F-AFB2-A56D-F74E-185924A25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9814" y="1329879"/>
            <a:ext cx="4097657" cy="409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70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407E8-7792-2ED3-93A1-8D74BB8A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US" dirty="0"/>
              <a:t>System-Level Architecture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97A79C6D-DAFA-7600-C1D8-72A66172EB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82603"/>
              </p:ext>
            </p:extLst>
          </p:nvPr>
        </p:nvGraphicFramePr>
        <p:xfrm>
          <a:off x="4553712" y="621792"/>
          <a:ext cx="6812280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645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5FD7C-A5A1-B293-5196-761C89BF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dirty="0"/>
              <a:t>Sensor Choices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9E6FDB3B-E4E1-4317-24E6-C18717AD7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181136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969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880C3-337D-8DBE-C1DF-E1C3AF2F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Machine Learning Pipeline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0B5DEA-ADF6-4BA5-9307-147F0A46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8680" y="2898648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83982"/>
            <a:ext cx="1873457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6E5CFAFA-6306-C069-43CB-DBA426A91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2000"/>
              <a:t>Data – Unknown, Noise, Keyword (Recludo)</a:t>
            </a:r>
          </a:p>
          <a:p>
            <a:r>
              <a:rPr lang="en-US" sz="2000"/>
              <a:t>Feature extraction using MFCC (Mel Frequency Cepstral Coefficients)</a:t>
            </a:r>
          </a:p>
          <a:p>
            <a:r>
              <a:rPr lang="en-US" sz="2000"/>
              <a:t>Model used is NN-Classifier</a:t>
            </a:r>
          </a:p>
          <a:p>
            <a:r>
              <a:rPr lang="en-US" sz="2000"/>
              <a:t>Deployment using Arduino Library</a:t>
            </a:r>
          </a:p>
          <a:p>
            <a:r>
              <a:rPr lang="en-US" sz="2000"/>
              <a:t>Surprises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5634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5416EBC-B41E-4F8A-BE9F-07301B682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FF79527-C7F1-4E06-8126-A8E8C5FE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C5117-F9A2-7226-5CA4-B4B81356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19072"/>
            <a:ext cx="3103427" cy="3520440"/>
          </a:xfrm>
        </p:spPr>
        <p:txBody>
          <a:bodyPr anchor="t">
            <a:normAutofit/>
          </a:bodyPr>
          <a:lstStyle/>
          <a:p>
            <a:r>
              <a:rPr lang="en-US" sz="3600"/>
              <a:t>Reflection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986208-8A53-4E92-9197-6B57BCCB2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02F7C93-B5C2-2416-810C-15BBF02AD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510681"/>
              </p:ext>
            </p:extLst>
          </p:nvPr>
        </p:nvGraphicFramePr>
        <p:xfrm>
          <a:off x="4727448" y="640080"/>
          <a:ext cx="6967728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520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13C904-3256-8673-D111-53D007281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US" dirty="0"/>
              <a:t>Final Thoughts before Demo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58F4BBD-86D2-6686-C433-F175846C4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292315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9967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B2DC0-1540-18FA-CE7E-7B3F06E4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System Demo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183902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70586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616</Words>
  <Application>Microsoft Macintosh PowerPoint</Application>
  <PresentationFormat>Widescreen</PresentationFormat>
  <Paragraphs>118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Avenir Next LT Pro</vt:lpstr>
      <vt:lpstr>Calibri</vt:lpstr>
      <vt:lpstr>AccentBoxVTI</vt:lpstr>
      <vt:lpstr>IoT Home Security System</vt:lpstr>
      <vt:lpstr>Quick Intro</vt:lpstr>
      <vt:lpstr>Problem and Motivation</vt:lpstr>
      <vt:lpstr>Market and User Needs</vt:lpstr>
      <vt:lpstr>Real World Feedback</vt:lpstr>
      <vt:lpstr>System-Level Architecture</vt:lpstr>
      <vt:lpstr>Sensor Choices</vt:lpstr>
      <vt:lpstr>Machine Learning Pipeline</vt:lpstr>
      <vt:lpstr>Reflection</vt:lpstr>
      <vt:lpstr>Final Thoughts before Demo</vt:lpstr>
      <vt:lpstr>System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Upadhyaya, Nish A.</dc:creator>
  <cp:lastModifiedBy>Upadhyaya, Nish A.</cp:lastModifiedBy>
  <cp:revision>6</cp:revision>
  <dcterms:created xsi:type="dcterms:W3CDTF">2025-12-09T04:49:47Z</dcterms:created>
  <dcterms:modified xsi:type="dcterms:W3CDTF">2025-12-11T02:34:55Z</dcterms:modified>
</cp:coreProperties>
</file>